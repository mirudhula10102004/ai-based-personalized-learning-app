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5" r:id="rId5"/>
    <p:sldMasterId id="214748369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5143500" cx="9144000"/>
  <p:notesSz cx="6858000" cy="9144000"/>
  <p:embeddedFontLst>
    <p:embeddedFont>
      <p:font typeface="Raleway"/>
      <p:regular r:id="rId22"/>
      <p:bold r:id="rId23"/>
      <p:italic r:id="rId24"/>
      <p:boldItalic r:id="rId25"/>
    </p:embeddedFont>
    <p:embeddedFont>
      <p:font typeface="Roboto"/>
      <p:regular r:id="rId26"/>
      <p:bold r:id="rId27"/>
      <p:italic r:id="rId28"/>
      <p:boldItalic r:id="rId29"/>
    </p:embeddedFont>
    <p:embeddedFont>
      <p:font typeface="Lato"/>
      <p:regular r:id="rId30"/>
      <p:bold r:id="rId31"/>
      <p:italic r:id="rId32"/>
      <p:boldItalic r:id="rId33"/>
    </p:embeddedFont>
    <p:embeddedFont>
      <p:font typeface="Space Grotesk Light"/>
      <p:regular r:id="rId34"/>
      <p:bold r:id="rId35"/>
    </p:embeddedFont>
    <p:embeddedFont>
      <p:font typeface="Roboto SemiBold"/>
      <p:regular r:id="rId36"/>
      <p:bold r:id="rId37"/>
      <p:italic r:id="rId38"/>
      <p:boldItalic r:id="rId39"/>
    </p:embeddedFont>
    <p:embeddedFont>
      <p:font typeface="Space Grotesk"/>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940E8DE-8CB3-4ADB-97E0-CCB5C0777436}">
  <a:tblStyle styleId="{1940E8DE-8CB3-4ADB-97E0-CCB5C077743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paceGrotesk-regular.fntdata"/><Relationship Id="rId20" Type="http://schemas.openxmlformats.org/officeDocument/2006/relationships/slide" Target="slides/slide13.xml"/><Relationship Id="rId41" Type="http://schemas.openxmlformats.org/officeDocument/2006/relationships/font" Target="fonts/SpaceGrotesk-bold.fntdata"/><Relationship Id="rId22" Type="http://schemas.openxmlformats.org/officeDocument/2006/relationships/font" Target="fonts/Raleway-regular.fntdata"/><Relationship Id="rId21" Type="http://schemas.openxmlformats.org/officeDocument/2006/relationships/slide" Target="slides/slide14.xml"/><Relationship Id="rId24" Type="http://schemas.openxmlformats.org/officeDocument/2006/relationships/font" Target="fonts/Raleway-italic.fntdata"/><Relationship Id="rId23" Type="http://schemas.openxmlformats.org/officeDocument/2006/relationships/font" Target="fonts/Ralew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oboto-regular.fntdata"/><Relationship Id="rId25" Type="http://schemas.openxmlformats.org/officeDocument/2006/relationships/font" Target="fonts/Raleway-boldItalic.fntdata"/><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4.xml"/><Relationship Id="rId33" Type="http://schemas.openxmlformats.org/officeDocument/2006/relationships/font" Target="fonts/Lato-boldItalic.fntdata"/><Relationship Id="rId10" Type="http://schemas.openxmlformats.org/officeDocument/2006/relationships/slide" Target="slides/slide3.xml"/><Relationship Id="rId32" Type="http://schemas.openxmlformats.org/officeDocument/2006/relationships/font" Target="fonts/Lato-italic.fntdata"/><Relationship Id="rId13" Type="http://schemas.openxmlformats.org/officeDocument/2006/relationships/slide" Target="slides/slide6.xml"/><Relationship Id="rId35" Type="http://schemas.openxmlformats.org/officeDocument/2006/relationships/font" Target="fonts/SpaceGroteskLight-bold.fntdata"/><Relationship Id="rId12" Type="http://schemas.openxmlformats.org/officeDocument/2006/relationships/slide" Target="slides/slide5.xml"/><Relationship Id="rId34" Type="http://schemas.openxmlformats.org/officeDocument/2006/relationships/font" Target="fonts/SpaceGroteskLight-regular.fntdata"/><Relationship Id="rId15" Type="http://schemas.openxmlformats.org/officeDocument/2006/relationships/slide" Target="slides/slide8.xml"/><Relationship Id="rId37" Type="http://schemas.openxmlformats.org/officeDocument/2006/relationships/font" Target="fonts/RobotoSemiBold-bold.fntdata"/><Relationship Id="rId14" Type="http://schemas.openxmlformats.org/officeDocument/2006/relationships/slide" Target="slides/slide7.xml"/><Relationship Id="rId36" Type="http://schemas.openxmlformats.org/officeDocument/2006/relationships/font" Target="fonts/RobotoSemiBold-regular.fntdata"/><Relationship Id="rId17" Type="http://schemas.openxmlformats.org/officeDocument/2006/relationships/slide" Target="slides/slide10.xml"/><Relationship Id="rId39" Type="http://schemas.openxmlformats.org/officeDocument/2006/relationships/font" Target="fonts/RobotoSemiBold-boldItalic.fntdata"/><Relationship Id="rId16" Type="http://schemas.openxmlformats.org/officeDocument/2006/relationships/slide" Target="slides/slide9.xml"/><Relationship Id="rId38" Type="http://schemas.openxmlformats.org/officeDocument/2006/relationships/font" Target="fonts/RobotoSemi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9f74bdf1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9f74bdf1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9f74bdf1d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9f74bdf1d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9f74bdf1d8_0_1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9f74bdf1d8_0_1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9f74bdf1d8_0_1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9f74bdf1d8_0_1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9f74bdf1d8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9f74bdf1d8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9f74bdf1d8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9f74bdf1d8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9f74bdf1d8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9f74bdf1d8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9f74bdf1d8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9f74bdf1d8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9f74bdf1d8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9f74bdf1d8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9f74bdf1d8_3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9f74bdf1d8_3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9f74bdf1d8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9f74bdf1d8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9f74bdf1d8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9f74bdf1d8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9f74bdf1d8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9f74bdf1d8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9f74bdf1d8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9f74bdf1d8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blank">
  <p:cSld name="BLANK">
    <p:bg>
      <p:bgPr>
        <a:gradFill>
          <a:gsLst>
            <a:gs pos="0">
              <a:schemeClr val="accent4"/>
            </a:gs>
            <a:gs pos="100000">
              <a:schemeClr val="dk1"/>
            </a:gs>
          </a:gsLst>
          <a:lin ang="5400012" scaled="0"/>
        </a:gradFill>
      </p:bgPr>
    </p:bg>
    <p:spTree>
      <p:nvGrpSpPr>
        <p:cNvPr id="53" name="Shape 53"/>
        <p:cNvGrpSpPr/>
        <p:nvPr/>
      </p:nvGrpSpPr>
      <p:grpSpPr>
        <a:xfrm>
          <a:off x="0" y="0"/>
          <a:ext cx="0" cy="0"/>
          <a:chOff x="0" y="0"/>
          <a:chExt cx="0" cy="0"/>
        </a:xfrm>
      </p:grpSpPr>
      <p:sp>
        <p:nvSpPr>
          <p:cNvPr id="54" name="Google Shape;54;p14"/>
          <p:cNvSpPr/>
          <p:nvPr/>
        </p:nvSpPr>
        <p:spPr>
          <a:xfrm rot="3659249">
            <a:off x="3884409" y="-1334980"/>
            <a:ext cx="7813599" cy="7813599"/>
          </a:xfrm>
          <a:prstGeom prst="ellipse">
            <a:avLst/>
          </a:prstGeom>
          <a:gradFill>
            <a:gsLst>
              <a:gs pos="0">
                <a:schemeClr val="accent4"/>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55" name="Google Shape;55;p14"/>
          <p:cNvSpPr txBox="1"/>
          <p:nvPr>
            <p:ph type="title"/>
          </p:nvPr>
        </p:nvSpPr>
        <p:spPr>
          <a:xfrm>
            <a:off x="226100" y="144575"/>
            <a:ext cx="8689200" cy="2322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6400">
                <a:latin typeface="Space Grotesk Light"/>
                <a:ea typeface="Space Grotesk Light"/>
                <a:cs typeface="Space Grotesk Light"/>
                <a:sym typeface="Space Grotesk Light"/>
              </a:defRPr>
            </a:lvl1pPr>
            <a:lvl2pPr lvl="1">
              <a:lnSpc>
                <a:spcPct val="85000"/>
              </a:lnSpc>
              <a:spcBef>
                <a:spcPts val="0"/>
              </a:spcBef>
              <a:spcAft>
                <a:spcPts val="0"/>
              </a:spcAft>
              <a:buNone/>
              <a:defRPr sz="6400">
                <a:latin typeface="Space Grotesk Light"/>
                <a:ea typeface="Space Grotesk Light"/>
                <a:cs typeface="Space Grotesk Light"/>
                <a:sym typeface="Space Grotesk Light"/>
              </a:defRPr>
            </a:lvl2pPr>
            <a:lvl3pPr lvl="2">
              <a:lnSpc>
                <a:spcPct val="85000"/>
              </a:lnSpc>
              <a:spcBef>
                <a:spcPts val="0"/>
              </a:spcBef>
              <a:spcAft>
                <a:spcPts val="0"/>
              </a:spcAft>
              <a:buNone/>
              <a:defRPr sz="6400">
                <a:latin typeface="Space Grotesk Light"/>
                <a:ea typeface="Space Grotesk Light"/>
                <a:cs typeface="Space Grotesk Light"/>
                <a:sym typeface="Space Grotesk Light"/>
              </a:defRPr>
            </a:lvl3pPr>
            <a:lvl4pPr lvl="3">
              <a:lnSpc>
                <a:spcPct val="85000"/>
              </a:lnSpc>
              <a:spcBef>
                <a:spcPts val="0"/>
              </a:spcBef>
              <a:spcAft>
                <a:spcPts val="0"/>
              </a:spcAft>
              <a:buNone/>
              <a:defRPr sz="6400">
                <a:latin typeface="Space Grotesk Light"/>
                <a:ea typeface="Space Grotesk Light"/>
                <a:cs typeface="Space Grotesk Light"/>
                <a:sym typeface="Space Grotesk Light"/>
              </a:defRPr>
            </a:lvl4pPr>
            <a:lvl5pPr lvl="4">
              <a:lnSpc>
                <a:spcPct val="85000"/>
              </a:lnSpc>
              <a:spcBef>
                <a:spcPts val="0"/>
              </a:spcBef>
              <a:spcAft>
                <a:spcPts val="0"/>
              </a:spcAft>
              <a:buNone/>
              <a:defRPr sz="6400">
                <a:latin typeface="Space Grotesk Light"/>
                <a:ea typeface="Space Grotesk Light"/>
                <a:cs typeface="Space Grotesk Light"/>
                <a:sym typeface="Space Grotesk Light"/>
              </a:defRPr>
            </a:lvl5pPr>
            <a:lvl6pPr lvl="5">
              <a:lnSpc>
                <a:spcPct val="85000"/>
              </a:lnSpc>
              <a:spcBef>
                <a:spcPts val="0"/>
              </a:spcBef>
              <a:spcAft>
                <a:spcPts val="0"/>
              </a:spcAft>
              <a:buNone/>
              <a:defRPr sz="6400">
                <a:latin typeface="Space Grotesk Light"/>
                <a:ea typeface="Space Grotesk Light"/>
                <a:cs typeface="Space Grotesk Light"/>
                <a:sym typeface="Space Grotesk Light"/>
              </a:defRPr>
            </a:lvl6pPr>
            <a:lvl7pPr lvl="6">
              <a:lnSpc>
                <a:spcPct val="85000"/>
              </a:lnSpc>
              <a:spcBef>
                <a:spcPts val="0"/>
              </a:spcBef>
              <a:spcAft>
                <a:spcPts val="0"/>
              </a:spcAft>
              <a:buNone/>
              <a:defRPr sz="6400">
                <a:latin typeface="Space Grotesk Light"/>
                <a:ea typeface="Space Grotesk Light"/>
                <a:cs typeface="Space Grotesk Light"/>
                <a:sym typeface="Space Grotesk Light"/>
              </a:defRPr>
            </a:lvl7pPr>
            <a:lvl8pPr lvl="7">
              <a:lnSpc>
                <a:spcPct val="85000"/>
              </a:lnSpc>
              <a:spcBef>
                <a:spcPts val="0"/>
              </a:spcBef>
              <a:spcAft>
                <a:spcPts val="0"/>
              </a:spcAft>
              <a:buNone/>
              <a:defRPr sz="6400">
                <a:latin typeface="Space Grotesk Light"/>
                <a:ea typeface="Space Grotesk Light"/>
                <a:cs typeface="Space Grotesk Light"/>
                <a:sym typeface="Space Grotesk Light"/>
              </a:defRPr>
            </a:lvl8pPr>
            <a:lvl9pPr lvl="8">
              <a:lnSpc>
                <a:spcPct val="85000"/>
              </a:lnSpc>
              <a:spcBef>
                <a:spcPts val="0"/>
              </a:spcBef>
              <a:spcAft>
                <a:spcPts val="0"/>
              </a:spcAft>
              <a:buNone/>
              <a:defRPr sz="6400">
                <a:latin typeface="Space Grotesk Light"/>
                <a:ea typeface="Space Grotesk Light"/>
                <a:cs typeface="Space Grotesk Light"/>
                <a:sym typeface="Space Grotesk Light"/>
              </a:defRPr>
            </a:lvl9pPr>
          </a:lstStyle>
          <a:p/>
        </p:txBody>
      </p:sp>
      <p:sp>
        <p:nvSpPr>
          <p:cNvPr id="56" name="Google Shape;56;p14"/>
          <p:cNvSpPr txBox="1"/>
          <p:nvPr>
            <p:ph idx="2" type="title"/>
          </p:nvPr>
        </p:nvSpPr>
        <p:spPr>
          <a:xfrm>
            <a:off x="1404200" y="2784425"/>
            <a:ext cx="7551000" cy="2280300"/>
          </a:xfrm>
          <a:prstGeom prst="rect">
            <a:avLst/>
          </a:prstGeom>
        </p:spPr>
        <p:txBody>
          <a:bodyPr anchorCtr="0" anchor="b" bIns="0" lIns="0" spcFirstLastPara="1" rIns="0" wrap="square" tIns="0">
            <a:noAutofit/>
          </a:bodyPr>
          <a:lstStyle>
            <a:lvl1pPr lvl="0" algn="r">
              <a:lnSpc>
                <a:spcPct val="85000"/>
              </a:lnSpc>
              <a:spcBef>
                <a:spcPts val="0"/>
              </a:spcBef>
              <a:spcAft>
                <a:spcPts val="0"/>
              </a:spcAft>
              <a:buNone/>
              <a:defRPr sz="6400">
                <a:latin typeface="Space Grotesk Light"/>
                <a:ea typeface="Space Grotesk Light"/>
                <a:cs typeface="Space Grotesk Light"/>
                <a:sym typeface="Space Grotesk Light"/>
              </a:defRPr>
            </a:lvl1pPr>
            <a:lvl2pPr lvl="1" algn="r">
              <a:lnSpc>
                <a:spcPct val="85000"/>
              </a:lnSpc>
              <a:spcBef>
                <a:spcPts val="0"/>
              </a:spcBef>
              <a:spcAft>
                <a:spcPts val="0"/>
              </a:spcAft>
              <a:buNone/>
              <a:defRPr sz="6400">
                <a:latin typeface="Space Grotesk Light"/>
                <a:ea typeface="Space Grotesk Light"/>
                <a:cs typeface="Space Grotesk Light"/>
                <a:sym typeface="Space Grotesk Light"/>
              </a:defRPr>
            </a:lvl2pPr>
            <a:lvl3pPr lvl="2" algn="r">
              <a:lnSpc>
                <a:spcPct val="85000"/>
              </a:lnSpc>
              <a:spcBef>
                <a:spcPts val="0"/>
              </a:spcBef>
              <a:spcAft>
                <a:spcPts val="0"/>
              </a:spcAft>
              <a:buNone/>
              <a:defRPr sz="6400">
                <a:latin typeface="Space Grotesk Light"/>
                <a:ea typeface="Space Grotesk Light"/>
                <a:cs typeface="Space Grotesk Light"/>
                <a:sym typeface="Space Grotesk Light"/>
              </a:defRPr>
            </a:lvl3pPr>
            <a:lvl4pPr lvl="3" algn="r">
              <a:lnSpc>
                <a:spcPct val="85000"/>
              </a:lnSpc>
              <a:spcBef>
                <a:spcPts val="0"/>
              </a:spcBef>
              <a:spcAft>
                <a:spcPts val="0"/>
              </a:spcAft>
              <a:buNone/>
              <a:defRPr sz="6400">
                <a:latin typeface="Space Grotesk Light"/>
                <a:ea typeface="Space Grotesk Light"/>
                <a:cs typeface="Space Grotesk Light"/>
                <a:sym typeface="Space Grotesk Light"/>
              </a:defRPr>
            </a:lvl4pPr>
            <a:lvl5pPr lvl="4" algn="r">
              <a:lnSpc>
                <a:spcPct val="85000"/>
              </a:lnSpc>
              <a:spcBef>
                <a:spcPts val="0"/>
              </a:spcBef>
              <a:spcAft>
                <a:spcPts val="0"/>
              </a:spcAft>
              <a:buNone/>
              <a:defRPr sz="6400">
                <a:latin typeface="Space Grotesk Light"/>
                <a:ea typeface="Space Grotesk Light"/>
                <a:cs typeface="Space Grotesk Light"/>
                <a:sym typeface="Space Grotesk Light"/>
              </a:defRPr>
            </a:lvl5pPr>
            <a:lvl6pPr lvl="5" algn="r">
              <a:lnSpc>
                <a:spcPct val="85000"/>
              </a:lnSpc>
              <a:spcBef>
                <a:spcPts val="0"/>
              </a:spcBef>
              <a:spcAft>
                <a:spcPts val="0"/>
              </a:spcAft>
              <a:buNone/>
              <a:defRPr sz="6400">
                <a:latin typeface="Space Grotesk Light"/>
                <a:ea typeface="Space Grotesk Light"/>
                <a:cs typeface="Space Grotesk Light"/>
                <a:sym typeface="Space Grotesk Light"/>
              </a:defRPr>
            </a:lvl6pPr>
            <a:lvl7pPr lvl="6" algn="r">
              <a:lnSpc>
                <a:spcPct val="85000"/>
              </a:lnSpc>
              <a:spcBef>
                <a:spcPts val="0"/>
              </a:spcBef>
              <a:spcAft>
                <a:spcPts val="0"/>
              </a:spcAft>
              <a:buNone/>
              <a:defRPr sz="6400">
                <a:latin typeface="Space Grotesk Light"/>
                <a:ea typeface="Space Grotesk Light"/>
                <a:cs typeface="Space Grotesk Light"/>
                <a:sym typeface="Space Grotesk Light"/>
              </a:defRPr>
            </a:lvl7pPr>
            <a:lvl8pPr lvl="7" algn="r">
              <a:lnSpc>
                <a:spcPct val="85000"/>
              </a:lnSpc>
              <a:spcBef>
                <a:spcPts val="0"/>
              </a:spcBef>
              <a:spcAft>
                <a:spcPts val="0"/>
              </a:spcAft>
              <a:buNone/>
              <a:defRPr sz="6400">
                <a:latin typeface="Space Grotesk Light"/>
                <a:ea typeface="Space Grotesk Light"/>
                <a:cs typeface="Space Grotesk Light"/>
                <a:sym typeface="Space Grotesk Light"/>
              </a:defRPr>
            </a:lvl8pPr>
            <a:lvl9pPr lvl="8" algn="r">
              <a:lnSpc>
                <a:spcPct val="85000"/>
              </a:lnSpc>
              <a:spcBef>
                <a:spcPts val="0"/>
              </a:spcBef>
              <a:spcAft>
                <a:spcPts val="0"/>
              </a:spcAft>
              <a:buNone/>
              <a:defRPr sz="6400">
                <a:latin typeface="Space Grotesk Light"/>
                <a:ea typeface="Space Grotesk Light"/>
                <a:cs typeface="Space Grotesk Light"/>
                <a:sym typeface="Space Grotesk Light"/>
              </a:defRPr>
            </a:lvl9pPr>
          </a:lstStyle>
          <a:p/>
        </p:txBody>
      </p:sp>
      <p:sp>
        <p:nvSpPr>
          <p:cNvPr id="57" name="Google Shape;57;p14"/>
          <p:cNvSpPr txBox="1"/>
          <p:nvPr>
            <p:ph idx="1" type="subTitle"/>
          </p:nvPr>
        </p:nvSpPr>
        <p:spPr>
          <a:xfrm>
            <a:off x="228600" y="2888900"/>
            <a:ext cx="5107800" cy="369300"/>
          </a:xfrm>
          <a:prstGeom prst="rect">
            <a:avLst/>
          </a:prstGeom>
        </p:spPr>
        <p:txBody>
          <a:bodyPr anchorCtr="0" anchor="t" bIns="0" lIns="0" spcFirstLastPara="1" rIns="0" wrap="square" tIns="0">
            <a:spAutoFit/>
          </a:bodyPr>
          <a:lstStyle>
            <a:lvl1pPr lvl="0">
              <a:spcBef>
                <a:spcPts val="0"/>
              </a:spcBef>
              <a:spcAft>
                <a:spcPts val="0"/>
              </a:spcAft>
              <a:buClr>
                <a:schemeClr val="accent2"/>
              </a:buClr>
              <a:buSzPts val="2400"/>
              <a:buFont typeface="Space Grotesk"/>
              <a:buNone/>
              <a:defRPr sz="2400">
                <a:solidFill>
                  <a:schemeClr val="accent2"/>
                </a:solidFill>
              </a:defRPr>
            </a:lvl1pPr>
            <a:lvl2pPr lvl="1">
              <a:spcBef>
                <a:spcPts val="0"/>
              </a:spcBef>
              <a:spcAft>
                <a:spcPts val="0"/>
              </a:spcAft>
              <a:buClr>
                <a:schemeClr val="accent2"/>
              </a:buClr>
              <a:buSzPts val="2400"/>
              <a:buFont typeface="Space Grotesk"/>
              <a:buNone/>
              <a:defRPr sz="2400">
                <a:solidFill>
                  <a:schemeClr val="accent2"/>
                </a:solidFill>
              </a:defRPr>
            </a:lvl2pPr>
            <a:lvl3pPr lvl="2">
              <a:spcBef>
                <a:spcPts val="0"/>
              </a:spcBef>
              <a:spcAft>
                <a:spcPts val="0"/>
              </a:spcAft>
              <a:buClr>
                <a:schemeClr val="accent2"/>
              </a:buClr>
              <a:buSzPts val="2400"/>
              <a:buFont typeface="Space Grotesk"/>
              <a:buNone/>
              <a:defRPr sz="2400">
                <a:solidFill>
                  <a:schemeClr val="accent2"/>
                </a:solidFill>
              </a:defRPr>
            </a:lvl3pPr>
            <a:lvl4pPr lvl="3">
              <a:spcBef>
                <a:spcPts val="0"/>
              </a:spcBef>
              <a:spcAft>
                <a:spcPts val="0"/>
              </a:spcAft>
              <a:buClr>
                <a:schemeClr val="accent2"/>
              </a:buClr>
              <a:buSzPts val="2400"/>
              <a:buFont typeface="Space Grotesk"/>
              <a:buNone/>
              <a:defRPr sz="2400">
                <a:solidFill>
                  <a:schemeClr val="accent2"/>
                </a:solidFill>
              </a:defRPr>
            </a:lvl4pPr>
            <a:lvl5pPr lvl="4">
              <a:spcBef>
                <a:spcPts val="0"/>
              </a:spcBef>
              <a:spcAft>
                <a:spcPts val="0"/>
              </a:spcAft>
              <a:buClr>
                <a:schemeClr val="accent2"/>
              </a:buClr>
              <a:buSzPts val="2400"/>
              <a:buFont typeface="Space Grotesk"/>
              <a:buNone/>
              <a:defRPr sz="2400">
                <a:solidFill>
                  <a:schemeClr val="accent2"/>
                </a:solidFill>
              </a:defRPr>
            </a:lvl5pPr>
            <a:lvl6pPr lvl="5">
              <a:spcBef>
                <a:spcPts val="0"/>
              </a:spcBef>
              <a:spcAft>
                <a:spcPts val="0"/>
              </a:spcAft>
              <a:buClr>
                <a:schemeClr val="accent2"/>
              </a:buClr>
              <a:buSzPts val="2400"/>
              <a:buFont typeface="Space Grotesk"/>
              <a:buNone/>
              <a:defRPr sz="2400">
                <a:solidFill>
                  <a:schemeClr val="accent2"/>
                </a:solidFill>
              </a:defRPr>
            </a:lvl6pPr>
            <a:lvl7pPr lvl="6">
              <a:spcBef>
                <a:spcPts val="0"/>
              </a:spcBef>
              <a:spcAft>
                <a:spcPts val="0"/>
              </a:spcAft>
              <a:buClr>
                <a:schemeClr val="accent2"/>
              </a:buClr>
              <a:buSzPts val="2400"/>
              <a:buFont typeface="Space Grotesk"/>
              <a:buNone/>
              <a:defRPr sz="2400">
                <a:solidFill>
                  <a:schemeClr val="accent2"/>
                </a:solidFill>
              </a:defRPr>
            </a:lvl7pPr>
            <a:lvl8pPr lvl="7">
              <a:spcBef>
                <a:spcPts val="0"/>
              </a:spcBef>
              <a:spcAft>
                <a:spcPts val="0"/>
              </a:spcAft>
              <a:buClr>
                <a:schemeClr val="accent2"/>
              </a:buClr>
              <a:buSzPts val="2400"/>
              <a:buFont typeface="Space Grotesk"/>
              <a:buNone/>
              <a:defRPr sz="2400">
                <a:solidFill>
                  <a:schemeClr val="accent2"/>
                </a:solidFill>
              </a:defRPr>
            </a:lvl8pPr>
            <a:lvl9pPr lvl="8">
              <a:spcBef>
                <a:spcPts val="0"/>
              </a:spcBef>
              <a:spcAft>
                <a:spcPts val="0"/>
              </a:spcAft>
              <a:buClr>
                <a:schemeClr val="accent2"/>
              </a:buClr>
              <a:buSzPts val="2400"/>
              <a:buFont typeface="Space Grotesk"/>
              <a:buNone/>
              <a:defRPr sz="2400">
                <a:solidFill>
                  <a:schemeClr val="accent2"/>
                </a:solidFill>
              </a:defRPr>
            </a:lvl9pPr>
          </a:lstStyle>
          <a:p/>
        </p:txBody>
      </p:sp>
      <p:sp>
        <p:nvSpPr>
          <p:cNvPr id="58" name="Google Shape;58;p14"/>
          <p:cNvSpPr txBox="1"/>
          <p:nvPr>
            <p:ph idx="3" type="subTitle"/>
          </p:nvPr>
        </p:nvSpPr>
        <p:spPr>
          <a:xfrm>
            <a:off x="226100" y="4801613"/>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59" name="Google Shape;59;p14"/>
          <p:cNvSpPr txBox="1"/>
          <p:nvPr>
            <p:ph idx="4" type="subTitle"/>
          </p:nvPr>
        </p:nvSpPr>
        <p:spPr>
          <a:xfrm>
            <a:off x="6097200" y="3018188"/>
            <a:ext cx="2818200" cy="110700"/>
          </a:xfrm>
          <a:prstGeom prst="rect">
            <a:avLst/>
          </a:prstGeom>
        </p:spPr>
        <p:txBody>
          <a:bodyPr anchorCtr="0" anchor="ctr" bIns="0" lIns="0" spcFirstLastPara="1" rIns="0" wrap="square" tIns="0">
            <a:noAutofit/>
          </a:bodyPr>
          <a:lstStyle>
            <a:lvl1pPr lvl="0" algn="r">
              <a:spcBef>
                <a:spcPts val="0"/>
              </a:spcBef>
              <a:spcAft>
                <a:spcPts val="0"/>
              </a:spcAft>
              <a:buClr>
                <a:schemeClr val="lt1"/>
              </a:buClr>
              <a:buSzPts val="1000"/>
              <a:buFont typeface="Roboto"/>
              <a:buNone/>
              <a:defRPr sz="1000">
                <a:latin typeface="Roboto"/>
                <a:ea typeface="Roboto"/>
                <a:cs typeface="Roboto"/>
                <a:sym typeface="Roboto"/>
              </a:defRPr>
            </a:lvl1pPr>
            <a:lvl2pPr lvl="1" algn="r">
              <a:spcBef>
                <a:spcPts val="0"/>
              </a:spcBef>
              <a:spcAft>
                <a:spcPts val="0"/>
              </a:spcAft>
              <a:buClr>
                <a:schemeClr val="lt1"/>
              </a:buClr>
              <a:buSzPts val="1000"/>
              <a:buFont typeface="Roboto"/>
              <a:buNone/>
              <a:defRPr sz="1000">
                <a:latin typeface="Roboto"/>
                <a:ea typeface="Roboto"/>
                <a:cs typeface="Roboto"/>
                <a:sym typeface="Roboto"/>
              </a:defRPr>
            </a:lvl2pPr>
            <a:lvl3pPr lvl="2" algn="r">
              <a:spcBef>
                <a:spcPts val="0"/>
              </a:spcBef>
              <a:spcAft>
                <a:spcPts val="0"/>
              </a:spcAft>
              <a:buClr>
                <a:schemeClr val="lt1"/>
              </a:buClr>
              <a:buSzPts val="1000"/>
              <a:buFont typeface="Roboto"/>
              <a:buNone/>
              <a:defRPr sz="1000">
                <a:latin typeface="Roboto"/>
                <a:ea typeface="Roboto"/>
                <a:cs typeface="Roboto"/>
                <a:sym typeface="Roboto"/>
              </a:defRPr>
            </a:lvl3pPr>
            <a:lvl4pPr lvl="3" algn="r">
              <a:spcBef>
                <a:spcPts val="0"/>
              </a:spcBef>
              <a:spcAft>
                <a:spcPts val="0"/>
              </a:spcAft>
              <a:buClr>
                <a:schemeClr val="lt1"/>
              </a:buClr>
              <a:buSzPts val="1000"/>
              <a:buFont typeface="Roboto"/>
              <a:buNone/>
              <a:defRPr sz="1000">
                <a:latin typeface="Roboto"/>
                <a:ea typeface="Roboto"/>
                <a:cs typeface="Roboto"/>
                <a:sym typeface="Roboto"/>
              </a:defRPr>
            </a:lvl4pPr>
            <a:lvl5pPr lvl="4" algn="r">
              <a:spcBef>
                <a:spcPts val="0"/>
              </a:spcBef>
              <a:spcAft>
                <a:spcPts val="0"/>
              </a:spcAft>
              <a:buClr>
                <a:schemeClr val="lt1"/>
              </a:buClr>
              <a:buSzPts val="1000"/>
              <a:buFont typeface="Roboto"/>
              <a:buNone/>
              <a:defRPr sz="1000">
                <a:latin typeface="Roboto"/>
                <a:ea typeface="Roboto"/>
                <a:cs typeface="Roboto"/>
                <a:sym typeface="Roboto"/>
              </a:defRPr>
            </a:lvl5pPr>
            <a:lvl6pPr lvl="5" algn="r">
              <a:spcBef>
                <a:spcPts val="0"/>
              </a:spcBef>
              <a:spcAft>
                <a:spcPts val="0"/>
              </a:spcAft>
              <a:buClr>
                <a:schemeClr val="lt1"/>
              </a:buClr>
              <a:buSzPts val="1000"/>
              <a:buFont typeface="Roboto"/>
              <a:buNone/>
              <a:defRPr sz="1000">
                <a:latin typeface="Roboto"/>
                <a:ea typeface="Roboto"/>
                <a:cs typeface="Roboto"/>
                <a:sym typeface="Roboto"/>
              </a:defRPr>
            </a:lvl6pPr>
            <a:lvl7pPr lvl="6" algn="r">
              <a:spcBef>
                <a:spcPts val="0"/>
              </a:spcBef>
              <a:spcAft>
                <a:spcPts val="0"/>
              </a:spcAft>
              <a:buClr>
                <a:schemeClr val="lt1"/>
              </a:buClr>
              <a:buSzPts val="1000"/>
              <a:buFont typeface="Roboto"/>
              <a:buNone/>
              <a:defRPr sz="1000">
                <a:latin typeface="Roboto"/>
                <a:ea typeface="Roboto"/>
                <a:cs typeface="Roboto"/>
                <a:sym typeface="Roboto"/>
              </a:defRPr>
            </a:lvl7pPr>
            <a:lvl8pPr lvl="7" algn="r">
              <a:spcBef>
                <a:spcPts val="0"/>
              </a:spcBef>
              <a:spcAft>
                <a:spcPts val="0"/>
              </a:spcAft>
              <a:buClr>
                <a:schemeClr val="lt1"/>
              </a:buClr>
              <a:buSzPts val="1000"/>
              <a:buFont typeface="Roboto"/>
              <a:buNone/>
              <a:defRPr sz="1000">
                <a:latin typeface="Roboto"/>
                <a:ea typeface="Roboto"/>
                <a:cs typeface="Roboto"/>
                <a:sym typeface="Roboto"/>
              </a:defRPr>
            </a:lvl8pPr>
            <a:lvl9pPr lvl="8" algn="r">
              <a:spcBef>
                <a:spcPts val="0"/>
              </a:spcBef>
              <a:spcAft>
                <a:spcPts val="0"/>
              </a:spcAft>
              <a:buClr>
                <a:schemeClr val="lt1"/>
              </a:buClr>
              <a:buSzPts val="1000"/>
              <a:buFont typeface="Roboto"/>
              <a:buNone/>
              <a:defRPr sz="1000">
                <a:latin typeface="Roboto"/>
                <a:ea typeface="Roboto"/>
                <a:cs typeface="Roboto"/>
                <a:sym typeface="Robot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description and two images">
  <p:cSld name="CUSTOM_3">
    <p:bg>
      <p:bgPr>
        <a:gradFill>
          <a:gsLst>
            <a:gs pos="0">
              <a:schemeClr val="accent4"/>
            </a:gs>
            <a:gs pos="100000">
              <a:schemeClr val="dk1"/>
            </a:gs>
          </a:gsLst>
          <a:path path="circle">
            <a:fillToRect b="50%" l="50%" r="50%" t="50%"/>
          </a:path>
          <a:tileRect/>
        </a:gradFill>
      </p:bgPr>
    </p:bg>
    <p:spTree>
      <p:nvGrpSpPr>
        <p:cNvPr id="60" name="Shape 60"/>
        <p:cNvGrpSpPr/>
        <p:nvPr/>
      </p:nvGrpSpPr>
      <p:grpSpPr>
        <a:xfrm>
          <a:off x="0" y="0"/>
          <a:ext cx="0" cy="0"/>
          <a:chOff x="0" y="0"/>
          <a:chExt cx="0" cy="0"/>
        </a:xfrm>
      </p:grpSpPr>
      <p:sp>
        <p:nvSpPr>
          <p:cNvPr id="61" name="Google Shape;61;p15"/>
          <p:cNvSpPr/>
          <p:nvPr>
            <p:ph idx="2" type="pic"/>
          </p:nvPr>
        </p:nvSpPr>
        <p:spPr>
          <a:xfrm>
            <a:off x="3766025" y="2334950"/>
            <a:ext cx="3346200" cy="1574400"/>
          </a:xfrm>
          <a:prstGeom prst="rect">
            <a:avLst/>
          </a:prstGeom>
          <a:noFill/>
          <a:ln>
            <a:noFill/>
          </a:ln>
        </p:spPr>
      </p:sp>
      <p:sp>
        <p:nvSpPr>
          <p:cNvPr id="62" name="Google Shape;62;p15"/>
          <p:cNvSpPr/>
          <p:nvPr>
            <p:ph idx="3" type="pic"/>
          </p:nvPr>
        </p:nvSpPr>
        <p:spPr>
          <a:xfrm>
            <a:off x="228625" y="2334950"/>
            <a:ext cx="3346200" cy="1574400"/>
          </a:xfrm>
          <a:prstGeom prst="rect">
            <a:avLst/>
          </a:prstGeom>
          <a:noFill/>
          <a:ln>
            <a:noFill/>
          </a:ln>
        </p:spPr>
      </p:sp>
      <p:sp>
        <p:nvSpPr>
          <p:cNvPr id="63" name="Google Shape;63;p15"/>
          <p:cNvSpPr txBox="1"/>
          <p:nvPr>
            <p:ph type="title"/>
          </p:nvPr>
        </p:nvSpPr>
        <p:spPr>
          <a:xfrm>
            <a:off x="228600" y="881625"/>
            <a:ext cx="5565300" cy="2772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1800"/>
              <a:buFont typeface="Space Grotesk"/>
              <a:buNone/>
              <a:defRPr sz="1800">
                <a:solidFill>
                  <a:schemeClr val="lt2"/>
                </a:solidFill>
              </a:defRPr>
            </a:lvl1pPr>
            <a:lvl2pPr lvl="1">
              <a:spcBef>
                <a:spcPts val="0"/>
              </a:spcBef>
              <a:spcAft>
                <a:spcPts val="0"/>
              </a:spcAft>
              <a:buClr>
                <a:schemeClr val="lt2"/>
              </a:buClr>
              <a:buSzPts val="1800"/>
              <a:buFont typeface="Space Grotesk"/>
              <a:buNone/>
              <a:defRPr sz="1800">
                <a:solidFill>
                  <a:schemeClr val="lt2"/>
                </a:solidFill>
              </a:defRPr>
            </a:lvl2pPr>
            <a:lvl3pPr lvl="2">
              <a:spcBef>
                <a:spcPts val="0"/>
              </a:spcBef>
              <a:spcAft>
                <a:spcPts val="0"/>
              </a:spcAft>
              <a:buClr>
                <a:schemeClr val="lt2"/>
              </a:buClr>
              <a:buSzPts val="1800"/>
              <a:buFont typeface="Space Grotesk"/>
              <a:buNone/>
              <a:defRPr sz="1800">
                <a:solidFill>
                  <a:schemeClr val="lt2"/>
                </a:solidFill>
              </a:defRPr>
            </a:lvl3pPr>
            <a:lvl4pPr lvl="3">
              <a:spcBef>
                <a:spcPts val="0"/>
              </a:spcBef>
              <a:spcAft>
                <a:spcPts val="0"/>
              </a:spcAft>
              <a:buClr>
                <a:schemeClr val="lt2"/>
              </a:buClr>
              <a:buSzPts val="1800"/>
              <a:buFont typeface="Space Grotesk"/>
              <a:buNone/>
              <a:defRPr sz="1800">
                <a:solidFill>
                  <a:schemeClr val="lt2"/>
                </a:solidFill>
              </a:defRPr>
            </a:lvl4pPr>
            <a:lvl5pPr lvl="4">
              <a:spcBef>
                <a:spcPts val="0"/>
              </a:spcBef>
              <a:spcAft>
                <a:spcPts val="0"/>
              </a:spcAft>
              <a:buClr>
                <a:schemeClr val="lt2"/>
              </a:buClr>
              <a:buSzPts val="1800"/>
              <a:buFont typeface="Space Grotesk"/>
              <a:buNone/>
              <a:defRPr sz="1800">
                <a:solidFill>
                  <a:schemeClr val="lt2"/>
                </a:solidFill>
              </a:defRPr>
            </a:lvl5pPr>
            <a:lvl6pPr lvl="5">
              <a:spcBef>
                <a:spcPts val="0"/>
              </a:spcBef>
              <a:spcAft>
                <a:spcPts val="0"/>
              </a:spcAft>
              <a:buClr>
                <a:schemeClr val="lt2"/>
              </a:buClr>
              <a:buSzPts val="1800"/>
              <a:buFont typeface="Space Grotesk"/>
              <a:buNone/>
              <a:defRPr sz="1800">
                <a:solidFill>
                  <a:schemeClr val="lt2"/>
                </a:solidFill>
              </a:defRPr>
            </a:lvl6pPr>
            <a:lvl7pPr lvl="6">
              <a:spcBef>
                <a:spcPts val="0"/>
              </a:spcBef>
              <a:spcAft>
                <a:spcPts val="0"/>
              </a:spcAft>
              <a:buClr>
                <a:schemeClr val="lt2"/>
              </a:buClr>
              <a:buSzPts val="1800"/>
              <a:buFont typeface="Space Grotesk"/>
              <a:buNone/>
              <a:defRPr sz="1800">
                <a:solidFill>
                  <a:schemeClr val="lt2"/>
                </a:solidFill>
              </a:defRPr>
            </a:lvl7pPr>
            <a:lvl8pPr lvl="7">
              <a:spcBef>
                <a:spcPts val="0"/>
              </a:spcBef>
              <a:spcAft>
                <a:spcPts val="0"/>
              </a:spcAft>
              <a:buClr>
                <a:schemeClr val="lt2"/>
              </a:buClr>
              <a:buSzPts val="1800"/>
              <a:buFont typeface="Space Grotesk"/>
              <a:buNone/>
              <a:defRPr sz="1800">
                <a:solidFill>
                  <a:schemeClr val="lt2"/>
                </a:solidFill>
              </a:defRPr>
            </a:lvl8pPr>
            <a:lvl9pPr lvl="8">
              <a:spcBef>
                <a:spcPts val="0"/>
              </a:spcBef>
              <a:spcAft>
                <a:spcPts val="0"/>
              </a:spcAft>
              <a:buClr>
                <a:schemeClr val="lt2"/>
              </a:buClr>
              <a:buSzPts val="1800"/>
              <a:buFont typeface="Space Grotesk"/>
              <a:buNone/>
              <a:defRPr sz="1800">
                <a:solidFill>
                  <a:schemeClr val="lt2"/>
                </a:solidFill>
              </a:defRPr>
            </a:lvl9pPr>
          </a:lstStyle>
          <a:p/>
        </p:txBody>
      </p:sp>
      <p:sp>
        <p:nvSpPr>
          <p:cNvPr id="64" name="Google Shape;64;p15"/>
          <p:cNvSpPr txBox="1"/>
          <p:nvPr>
            <p:ph idx="1" type="subTitle"/>
          </p:nvPr>
        </p:nvSpPr>
        <p:spPr>
          <a:xfrm>
            <a:off x="244677" y="1660325"/>
            <a:ext cx="4390500" cy="366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65" name="Google Shape;65;p15"/>
          <p:cNvSpPr txBox="1"/>
          <p:nvPr>
            <p:ph idx="4" type="subTitle"/>
          </p:nvPr>
        </p:nvSpPr>
        <p:spPr>
          <a:xfrm>
            <a:off x="244675" y="4049575"/>
            <a:ext cx="3215700" cy="199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66" name="Google Shape;66;p15"/>
          <p:cNvSpPr txBox="1"/>
          <p:nvPr>
            <p:ph idx="5" type="subTitle"/>
          </p:nvPr>
        </p:nvSpPr>
        <p:spPr>
          <a:xfrm>
            <a:off x="244675" y="4406777"/>
            <a:ext cx="3215700" cy="199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67" name="Google Shape;67;p15"/>
          <p:cNvSpPr txBox="1"/>
          <p:nvPr>
            <p:ph idx="6" type="subTitle"/>
          </p:nvPr>
        </p:nvSpPr>
        <p:spPr>
          <a:xfrm>
            <a:off x="3766025" y="4049575"/>
            <a:ext cx="3215700" cy="199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68" name="Google Shape;68;p15"/>
          <p:cNvSpPr txBox="1"/>
          <p:nvPr>
            <p:ph idx="7" type="subTitle"/>
          </p:nvPr>
        </p:nvSpPr>
        <p:spPr>
          <a:xfrm>
            <a:off x="3766025" y="4406777"/>
            <a:ext cx="3215700" cy="199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69" name="Google Shape;69;p15"/>
          <p:cNvSpPr txBox="1"/>
          <p:nvPr>
            <p:ph hasCustomPrompt="1" idx="8" type="title"/>
          </p:nvPr>
        </p:nvSpPr>
        <p:spPr>
          <a:xfrm>
            <a:off x="149953" y="271577"/>
            <a:ext cx="1226400" cy="4155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3000"/>
              <a:buFont typeface="Space Grotesk"/>
              <a:buNone/>
              <a:defRPr sz="3000">
                <a:solidFill>
                  <a:schemeClr val="accent2"/>
                </a:solidFill>
              </a:defRPr>
            </a:lvl1pPr>
            <a:lvl2pPr lvl="1">
              <a:spcBef>
                <a:spcPts val="0"/>
              </a:spcBef>
              <a:spcAft>
                <a:spcPts val="0"/>
              </a:spcAft>
              <a:buClr>
                <a:schemeClr val="accent2"/>
              </a:buClr>
              <a:buSzPts val="3000"/>
              <a:buFont typeface="Space Grotesk"/>
              <a:buNone/>
              <a:defRPr sz="3000">
                <a:solidFill>
                  <a:schemeClr val="accent2"/>
                </a:solidFill>
              </a:defRPr>
            </a:lvl2pPr>
            <a:lvl3pPr lvl="2">
              <a:spcBef>
                <a:spcPts val="0"/>
              </a:spcBef>
              <a:spcAft>
                <a:spcPts val="0"/>
              </a:spcAft>
              <a:buClr>
                <a:schemeClr val="accent2"/>
              </a:buClr>
              <a:buSzPts val="3000"/>
              <a:buFont typeface="Space Grotesk"/>
              <a:buNone/>
              <a:defRPr sz="3000">
                <a:solidFill>
                  <a:schemeClr val="accent2"/>
                </a:solidFill>
              </a:defRPr>
            </a:lvl3pPr>
            <a:lvl4pPr lvl="3">
              <a:spcBef>
                <a:spcPts val="0"/>
              </a:spcBef>
              <a:spcAft>
                <a:spcPts val="0"/>
              </a:spcAft>
              <a:buClr>
                <a:schemeClr val="accent2"/>
              </a:buClr>
              <a:buSzPts val="3000"/>
              <a:buFont typeface="Space Grotesk"/>
              <a:buNone/>
              <a:defRPr sz="3000">
                <a:solidFill>
                  <a:schemeClr val="accent2"/>
                </a:solidFill>
              </a:defRPr>
            </a:lvl4pPr>
            <a:lvl5pPr lvl="4">
              <a:spcBef>
                <a:spcPts val="0"/>
              </a:spcBef>
              <a:spcAft>
                <a:spcPts val="0"/>
              </a:spcAft>
              <a:buClr>
                <a:schemeClr val="accent2"/>
              </a:buClr>
              <a:buSzPts val="3000"/>
              <a:buFont typeface="Space Grotesk"/>
              <a:buNone/>
              <a:defRPr sz="3000">
                <a:solidFill>
                  <a:schemeClr val="accent2"/>
                </a:solidFill>
              </a:defRPr>
            </a:lvl5pPr>
            <a:lvl6pPr lvl="5">
              <a:spcBef>
                <a:spcPts val="0"/>
              </a:spcBef>
              <a:spcAft>
                <a:spcPts val="0"/>
              </a:spcAft>
              <a:buClr>
                <a:schemeClr val="accent2"/>
              </a:buClr>
              <a:buSzPts val="3000"/>
              <a:buFont typeface="Space Grotesk"/>
              <a:buNone/>
              <a:defRPr sz="3000">
                <a:solidFill>
                  <a:schemeClr val="accent2"/>
                </a:solidFill>
              </a:defRPr>
            </a:lvl6pPr>
            <a:lvl7pPr lvl="6">
              <a:spcBef>
                <a:spcPts val="0"/>
              </a:spcBef>
              <a:spcAft>
                <a:spcPts val="0"/>
              </a:spcAft>
              <a:buClr>
                <a:schemeClr val="accent2"/>
              </a:buClr>
              <a:buSzPts val="3000"/>
              <a:buFont typeface="Space Grotesk"/>
              <a:buNone/>
              <a:defRPr sz="3000">
                <a:solidFill>
                  <a:schemeClr val="accent2"/>
                </a:solidFill>
              </a:defRPr>
            </a:lvl7pPr>
            <a:lvl8pPr lvl="7">
              <a:spcBef>
                <a:spcPts val="0"/>
              </a:spcBef>
              <a:spcAft>
                <a:spcPts val="0"/>
              </a:spcAft>
              <a:buClr>
                <a:schemeClr val="accent2"/>
              </a:buClr>
              <a:buSzPts val="3000"/>
              <a:buFont typeface="Space Grotesk"/>
              <a:buNone/>
              <a:defRPr sz="3000">
                <a:solidFill>
                  <a:schemeClr val="accent2"/>
                </a:solidFill>
              </a:defRPr>
            </a:lvl8pPr>
            <a:lvl9pPr lvl="8">
              <a:spcBef>
                <a:spcPts val="0"/>
              </a:spcBef>
              <a:spcAft>
                <a:spcPts val="0"/>
              </a:spcAft>
              <a:buClr>
                <a:schemeClr val="accent2"/>
              </a:buClr>
              <a:buSzPts val="3000"/>
              <a:buFont typeface="Space Grotesk"/>
              <a:buNone/>
              <a:defRPr sz="3000">
                <a:solidFill>
                  <a:schemeClr val="accent2"/>
                </a:solidFill>
              </a:defRPr>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BLANK_1_1">
    <p:bg>
      <p:bgPr>
        <a:gradFill>
          <a:gsLst>
            <a:gs pos="0">
              <a:schemeClr val="accent4"/>
            </a:gs>
            <a:gs pos="100000">
              <a:schemeClr val="dk1"/>
            </a:gs>
          </a:gsLst>
          <a:path path="circle">
            <a:fillToRect b="50%" l="50%" r="50%" t="50%"/>
          </a:path>
          <a:tileRect/>
        </a:gradFill>
      </p:bgPr>
    </p:bg>
    <p:spTree>
      <p:nvGrpSpPr>
        <p:cNvPr id="70" name="Shape 70"/>
        <p:cNvGrpSpPr/>
        <p:nvPr/>
      </p:nvGrpSpPr>
      <p:grpSpPr>
        <a:xfrm>
          <a:off x="0" y="0"/>
          <a:ext cx="0" cy="0"/>
          <a:chOff x="0" y="0"/>
          <a:chExt cx="0" cy="0"/>
        </a:xfrm>
      </p:grpSpPr>
      <p:sp>
        <p:nvSpPr>
          <p:cNvPr id="71" name="Google Shape;71;p16"/>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72" name="Google Shape;72;p16"/>
          <p:cNvSpPr txBox="1"/>
          <p:nvPr>
            <p:ph idx="1" type="body"/>
          </p:nvPr>
        </p:nvSpPr>
        <p:spPr>
          <a:xfrm>
            <a:off x="228600" y="1177425"/>
            <a:ext cx="3755700" cy="1792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_2">
    <p:bg>
      <p:bgPr>
        <a:gradFill>
          <a:gsLst>
            <a:gs pos="0">
              <a:schemeClr val="accent4"/>
            </a:gs>
            <a:gs pos="100000">
              <a:schemeClr val="dk1"/>
            </a:gs>
          </a:gsLst>
          <a:path path="circle">
            <a:fillToRect b="50%" l="50%" r="50%" t="50%"/>
          </a:path>
          <a:tileRect/>
        </a:gradFill>
      </p:bgPr>
    </p:bg>
    <p:spTree>
      <p:nvGrpSpPr>
        <p:cNvPr id="73" name="Shape 73"/>
        <p:cNvGrpSpPr/>
        <p:nvPr/>
      </p:nvGrpSpPr>
      <p:grpSpPr>
        <a:xfrm>
          <a:off x="0" y="0"/>
          <a:ext cx="0" cy="0"/>
          <a:chOff x="0" y="0"/>
          <a:chExt cx="0" cy="0"/>
        </a:xfrm>
      </p:grpSpPr>
      <p:sp>
        <p:nvSpPr>
          <p:cNvPr id="74" name="Google Shape;74;p17"/>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75" name="Google Shape;75;p17"/>
          <p:cNvSpPr txBox="1"/>
          <p:nvPr>
            <p:ph idx="1" type="body"/>
          </p:nvPr>
        </p:nvSpPr>
        <p:spPr>
          <a:xfrm>
            <a:off x="228600" y="1177425"/>
            <a:ext cx="3755700" cy="22080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76" name="Google Shape;76;p17"/>
          <p:cNvSpPr/>
          <p:nvPr/>
        </p:nvSpPr>
        <p:spPr>
          <a:xfrm rot="-4965287">
            <a:off x="3128596" y="1334473"/>
            <a:ext cx="9524549" cy="9524549"/>
          </a:xfrm>
          <a:prstGeom prst="ellipse">
            <a:avLst/>
          </a:prstGeom>
          <a:gradFill>
            <a:gsLst>
              <a:gs pos="0">
                <a:schemeClr val="accent4"/>
              </a:gs>
              <a:gs pos="100000">
                <a:schemeClr val="dk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77" name="Google Shape;77;p17"/>
          <p:cNvSpPr txBox="1"/>
          <p:nvPr>
            <p:ph idx="2" type="subTitle"/>
          </p:nvPr>
        </p:nvSpPr>
        <p:spPr>
          <a:xfrm>
            <a:off x="5571900" y="3313500"/>
            <a:ext cx="3343500" cy="75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78" name="Google Shape;78;p17"/>
          <p:cNvSpPr txBox="1"/>
          <p:nvPr>
            <p:ph idx="3" type="subTitle"/>
          </p:nvPr>
        </p:nvSpPr>
        <p:spPr>
          <a:xfrm>
            <a:off x="5571900" y="4320975"/>
            <a:ext cx="3343500" cy="356400"/>
          </a:xfrm>
          <a:prstGeom prst="rect">
            <a:avLst/>
          </a:prstGeom>
        </p:spPr>
        <p:txBody>
          <a:bodyPr anchorCtr="0" anchor="t" bIns="0" lIns="0" spcFirstLastPara="1" rIns="0" wrap="square" tIns="0">
            <a:sp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LANK_1_1_1_1">
    <p:spTree>
      <p:nvGrpSpPr>
        <p:cNvPr id="79" name="Shape 79"/>
        <p:cNvGrpSpPr/>
        <p:nvPr/>
      </p:nvGrpSpPr>
      <p:grpSpPr>
        <a:xfrm>
          <a:off x="0" y="0"/>
          <a:ext cx="0" cy="0"/>
          <a:chOff x="0" y="0"/>
          <a:chExt cx="0" cy="0"/>
        </a:xfrm>
      </p:grpSpPr>
      <p:sp>
        <p:nvSpPr>
          <p:cNvPr id="80" name="Google Shape;80;p18"/>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 messures">
  <p:cSld name="CUSTOM_8">
    <p:spTree>
      <p:nvGrpSpPr>
        <p:cNvPr id="81" name="Shape 81"/>
        <p:cNvGrpSpPr/>
        <p:nvPr/>
      </p:nvGrpSpPr>
      <p:grpSpPr>
        <a:xfrm>
          <a:off x="0" y="0"/>
          <a:ext cx="0" cy="0"/>
          <a:chOff x="0" y="0"/>
          <a:chExt cx="0" cy="0"/>
        </a:xfrm>
      </p:grpSpPr>
      <p:sp>
        <p:nvSpPr>
          <p:cNvPr id="82" name="Google Shape;82;p19"/>
          <p:cNvSpPr txBox="1"/>
          <p:nvPr>
            <p:ph type="title"/>
          </p:nvPr>
        </p:nvSpPr>
        <p:spPr>
          <a:xfrm>
            <a:off x="212450" y="177900"/>
            <a:ext cx="5789400" cy="998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83" name="Google Shape;83;p19"/>
          <p:cNvSpPr txBox="1"/>
          <p:nvPr>
            <p:ph idx="2" type="title"/>
          </p:nvPr>
        </p:nvSpPr>
        <p:spPr>
          <a:xfrm>
            <a:off x="221800" y="2500876"/>
            <a:ext cx="2425500" cy="632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84" name="Google Shape;84;p19"/>
          <p:cNvSpPr txBox="1"/>
          <p:nvPr>
            <p:ph idx="3" type="title"/>
          </p:nvPr>
        </p:nvSpPr>
        <p:spPr>
          <a:xfrm>
            <a:off x="221800" y="3264873"/>
            <a:ext cx="24255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atin typeface="Roboto"/>
                <a:ea typeface="Roboto"/>
                <a:cs typeface="Roboto"/>
                <a:sym typeface="Roboto"/>
              </a:defRPr>
            </a:lvl1pPr>
            <a:lvl2pPr lvl="1">
              <a:lnSpc>
                <a:spcPct val="115000"/>
              </a:lnSpc>
              <a:spcBef>
                <a:spcPts val="0"/>
              </a:spcBef>
              <a:spcAft>
                <a:spcPts val="0"/>
              </a:spcAft>
              <a:buNone/>
              <a:defRPr sz="1000">
                <a:latin typeface="Roboto"/>
                <a:ea typeface="Roboto"/>
                <a:cs typeface="Roboto"/>
                <a:sym typeface="Roboto"/>
              </a:defRPr>
            </a:lvl2pPr>
            <a:lvl3pPr lvl="2">
              <a:lnSpc>
                <a:spcPct val="115000"/>
              </a:lnSpc>
              <a:spcBef>
                <a:spcPts val="0"/>
              </a:spcBef>
              <a:spcAft>
                <a:spcPts val="0"/>
              </a:spcAft>
              <a:buNone/>
              <a:defRPr sz="1000">
                <a:latin typeface="Roboto"/>
                <a:ea typeface="Roboto"/>
                <a:cs typeface="Roboto"/>
                <a:sym typeface="Roboto"/>
              </a:defRPr>
            </a:lvl3pPr>
            <a:lvl4pPr lvl="3">
              <a:lnSpc>
                <a:spcPct val="115000"/>
              </a:lnSpc>
              <a:spcBef>
                <a:spcPts val="0"/>
              </a:spcBef>
              <a:spcAft>
                <a:spcPts val="0"/>
              </a:spcAft>
              <a:buNone/>
              <a:defRPr sz="1000">
                <a:latin typeface="Roboto"/>
                <a:ea typeface="Roboto"/>
                <a:cs typeface="Roboto"/>
                <a:sym typeface="Roboto"/>
              </a:defRPr>
            </a:lvl4pPr>
            <a:lvl5pPr lvl="4">
              <a:lnSpc>
                <a:spcPct val="115000"/>
              </a:lnSpc>
              <a:spcBef>
                <a:spcPts val="0"/>
              </a:spcBef>
              <a:spcAft>
                <a:spcPts val="0"/>
              </a:spcAft>
              <a:buNone/>
              <a:defRPr sz="1000">
                <a:latin typeface="Roboto"/>
                <a:ea typeface="Roboto"/>
                <a:cs typeface="Roboto"/>
                <a:sym typeface="Roboto"/>
              </a:defRPr>
            </a:lvl5pPr>
            <a:lvl6pPr lvl="5">
              <a:lnSpc>
                <a:spcPct val="115000"/>
              </a:lnSpc>
              <a:spcBef>
                <a:spcPts val="0"/>
              </a:spcBef>
              <a:spcAft>
                <a:spcPts val="0"/>
              </a:spcAft>
              <a:buNone/>
              <a:defRPr sz="1000">
                <a:latin typeface="Roboto"/>
                <a:ea typeface="Roboto"/>
                <a:cs typeface="Roboto"/>
                <a:sym typeface="Roboto"/>
              </a:defRPr>
            </a:lvl6pPr>
            <a:lvl7pPr lvl="6">
              <a:lnSpc>
                <a:spcPct val="115000"/>
              </a:lnSpc>
              <a:spcBef>
                <a:spcPts val="0"/>
              </a:spcBef>
              <a:spcAft>
                <a:spcPts val="0"/>
              </a:spcAft>
              <a:buNone/>
              <a:defRPr sz="1000">
                <a:latin typeface="Roboto"/>
                <a:ea typeface="Roboto"/>
                <a:cs typeface="Roboto"/>
                <a:sym typeface="Roboto"/>
              </a:defRPr>
            </a:lvl7pPr>
            <a:lvl8pPr lvl="7">
              <a:lnSpc>
                <a:spcPct val="115000"/>
              </a:lnSpc>
              <a:spcBef>
                <a:spcPts val="0"/>
              </a:spcBef>
              <a:spcAft>
                <a:spcPts val="0"/>
              </a:spcAft>
              <a:buNone/>
              <a:defRPr sz="1000">
                <a:latin typeface="Roboto"/>
                <a:ea typeface="Roboto"/>
                <a:cs typeface="Roboto"/>
                <a:sym typeface="Roboto"/>
              </a:defRPr>
            </a:lvl8pPr>
            <a:lvl9pPr lvl="8">
              <a:lnSpc>
                <a:spcPct val="115000"/>
              </a:lnSpc>
              <a:spcBef>
                <a:spcPts val="0"/>
              </a:spcBef>
              <a:spcAft>
                <a:spcPts val="0"/>
              </a:spcAft>
              <a:buNone/>
              <a:defRPr sz="1000">
                <a:latin typeface="Roboto"/>
                <a:ea typeface="Roboto"/>
                <a:cs typeface="Roboto"/>
                <a:sym typeface="Roboto"/>
              </a:defRPr>
            </a:lvl9pPr>
          </a:lstStyle>
          <a:p/>
        </p:txBody>
      </p:sp>
      <p:sp>
        <p:nvSpPr>
          <p:cNvPr id="85" name="Google Shape;85;p19"/>
          <p:cNvSpPr txBox="1"/>
          <p:nvPr>
            <p:ph idx="4" type="title"/>
          </p:nvPr>
        </p:nvSpPr>
        <p:spPr>
          <a:xfrm>
            <a:off x="3355850" y="2500876"/>
            <a:ext cx="2425500" cy="632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86" name="Google Shape;86;p19"/>
          <p:cNvSpPr txBox="1"/>
          <p:nvPr>
            <p:ph idx="5" type="title"/>
          </p:nvPr>
        </p:nvSpPr>
        <p:spPr>
          <a:xfrm>
            <a:off x="6489900" y="2500876"/>
            <a:ext cx="2425500" cy="632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87" name="Google Shape;87;p19"/>
          <p:cNvSpPr txBox="1"/>
          <p:nvPr>
            <p:ph idx="6" type="title"/>
          </p:nvPr>
        </p:nvSpPr>
        <p:spPr>
          <a:xfrm>
            <a:off x="3355850" y="3264873"/>
            <a:ext cx="24255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atin typeface="Roboto"/>
                <a:ea typeface="Roboto"/>
                <a:cs typeface="Roboto"/>
                <a:sym typeface="Roboto"/>
              </a:defRPr>
            </a:lvl1pPr>
            <a:lvl2pPr lvl="1">
              <a:lnSpc>
                <a:spcPct val="115000"/>
              </a:lnSpc>
              <a:spcBef>
                <a:spcPts val="0"/>
              </a:spcBef>
              <a:spcAft>
                <a:spcPts val="0"/>
              </a:spcAft>
              <a:buNone/>
              <a:defRPr sz="1000">
                <a:latin typeface="Roboto"/>
                <a:ea typeface="Roboto"/>
                <a:cs typeface="Roboto"/>
                <a:sym typeface="Roboto"/>
              </a:defRPr>
            </a:lvl2pPr>
            <a:lvl3pPr lvl="2">
              <a:lnSpc>
                <a:spcPct val="115000"/>
              </a:lnSpc>
              <a:spcBef>
                <a:spcPts val="0"/>
              </a:spcBef>
              <a:spcAft>
                <a:spcPts val="0"/>
              </a:spcAft>
              <a:buNone/>
              <a:defRPr sz="1000">
                <a:latin typeface="Roboto"/>
                <a:ea typeface="Roboto"/>
                <a:cs typeface="Roboto"/>
                <a:sym typeface="Roboto"/>
              </a:defRPr>
            </a:lvl3pPr>
            <a:lvl4pPr lvl="3">
              <a:lnSpc>
                <a:spcPct val="115000"/>
              </a:lnSpc>
              <a:spcBef>
                <a:spcPts val="0"/>
              </a:spcBef>
              <a:spcAft>
                <a:spcPts val="0"/>
              </a:spcAft>
              <a:buNone/>
              <a:defRPr sz="1000">
                <a:latin typeface="Roboto"/>
                <a:ea typeface="Roboto"/>
                <a:cs typeface="Roboto"/>
                <a:sym typeface="Roboto"/>
              </a:defRPr>
            </a:lvl4pPr>
            <a:lvl5pPr lvl="4">
              <a:lnSpc>
                <a:spcPct val="115000"/>
              </a:lnSpc>
              <a:spcBef>
                <a:spcPts val="0"/>
              </a:spcBef>
              <a:spcAft>
                <a:spcPts val="0"/>
              </a:spcAft>
              <a:buNone/>
              <a:defRPr sz="1000">
                <a:latin typeface="Roboto"/>
                <a:ea typeface="Roboto"/>
                <a:cs typeface="Roboto"/>
                <a:sym typeface="Roboto"/>
              </a:defRPr>
            </a:lvl5pPr>
            <a:lvl6pPr lvl="5">
              <a:lnSpc>
                <a:spcPct val="115000"/>
              </a:lnSpc>
              <a:spcBef>
                <a:spcPts val="0"/>
              </a:spcBef>
              <a:spcAft>
                <a:spcPts val="0"/>
              </a:spcAft>
              <a:buNone/>
              <a:defRPr sz="1000">
                <a:latin typeface="Roboto"/>
                <a:ea typeface="Roboto"/>
                <a:cs typeface="Roboto"/>
                <a:sym typeface="Roboto"/>
              </a:defRPr>
            </a:lvl6pPr>
            <a:lvl7pPr lvl="6">
              <a:lnSpc>
                <a:spcPct val="115000"/>
              </a:lnSpc>
              <a:spcBef>
                <a:spcPts val="0"/>
              </a:spcBef>
              <a:spcAft>
                <a:spcPts val="0"/>
              </a:spcAft>
              <a:buNone/>
              <a:defRPr sz="1000">
                <a:latin typeface="Roboto"/>
                <a:ea typeface="Roboto"/>
                <a:cs typeface="Roboto"/>
                <a:sym typeface="Roboto"/>
              </a:defRPr>
            </a:lvl7pPr>
            <a:lvl8pPr lvl="7">
              <a:lnSpc>
                <a:spcPct val="115000"/>
              </a:lnSpc>
              <a:spcBef>
                <a:spcPts val="0"/>
              </a:spcBef>
              <a:spcAft>
                <a:spcPts val="0"/>
              </a:spcAft>
              <a:buNone/>
              <a:defRPr sz="1000">
                <a:latin typeface="Roboto"/>
                <a:ea typeface="Roboto"/>
                <a:cs typeface="Roboto"/>
                <a:sym typeface="Roboto"/>
              </a:defRPr>
            </a:lvl8pPr>
            <a:lvl9pPr lvl="8">
              <a:lnSpc>
                <a:spcPct val="115000"/>
              </a:lnSpc>
              <a:spcBef>
                <a:spcPts val="0"/>
              </a:spcBef>
              <a:spcAft>
                <a:spcPts val="0"/>
              </a:spcAft>
              <a:buNone/>
              <a:defRPr sz="1000">
                <a:latin typeface="Roboto"/>
                <a:ea typeface="Roboto"/>
                <a:cs typeface="Roboto"/>
                <a:sym typeface="Roboto"/>
              </a:defRPr>
            </a:lvl9pPr>
          </a:lstStyle>
          <a:p/>
        </p:txBody>
      </p:sp>
      <p:sp>
        <p:nvSpPr>
          <p:cNvPr id="88" name="Google Shape;88;p19"/>
          <p:cNvSpPr txBox="1"/>
          <p:nvPr>
            <p:ph idx="7" type="title"/>
          </p:nvPr>
        </p:nvSpPr>
        <p:spPr>
          <a:xfrm>
            <a:off x="6496700" y="3264873"/>
            <a:ext cx="24255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atin typeface="Roboto"/>
                <a:ea typeface="Roboto"/>
                <a:cs typeface="Roboto"/>
                <a:sym typeface="Roboto"/>
              </a:defRPr>
            </a:lvl1pPr>
            <a:lvl2pPr lvl="1">
              <a:lnSpc>
                <a:spcPct val="115000"/>
              </a:lnSpc>
              <a:spcBef>
                <a:spcPts val="0"/>
              </a:spcBef>
              <a:spcAft>
                <a:spcPts val="0"/>
              </a:spcAft>
              <a:buNone/>
              <a:defRPr sz="1000">
                <a:latin typeface="Roboto"/>
                <a:ea typeface="Roboto"/>
                <a:cs typeface="Roboto"/>
                <a:sym typeface="Roboto"/>
              </a:defRPr>
            </a:lvl2pPr>
            <a:lvl3pPr lvl="2">
              <a:lnSpc>
                <a:spcPct val="115000"/>
              </a:lnSpc>
              <a:spcBef>
                <a:spcPts val="0"/>
              </a:spcBef>
              <a:spcAft>
                <a:spcPts val="0"/>
              </a:spcAft>
              <a:buNone/>
              <a:defRPr sz="1000">
                <a:latin typeface="Roboto"/>
                <a:ea typeface="Roboto"/>
                <a:cs typeface="Roboto"/>
                <a:sym typeface="Roboto"/>
              </a:defRPr>
            </a:lvl3pPr>
            <a:lvl4pPr lvl="3">
              <a:lnSpc>
                <a:spcPct val="115000"/>
              </a:lnSpc>
              <a:spcBef>
                <a:spcPts val="0"/>
              </a:spcBef>
              <a:spcAft>
                <a:spcPts val="0"/>
              </a:spcAft>
              <a:buNone/>
              <a:defRPr sz="1000">
                <a:latin typeface="Roboto"/>
                <a:ea typeface="Roboto"/>
                <a:cs typeface="Roboto"/>
                <a:sym typeface="Roboto"/>
              </a:defRPr>
            </a:lvl4pPr>
            <a:lvl5pPr lvl="4">
              <a:lnSpc>
                <a:spcPct val="115000"/>
              </a:lnSpc>
              <a:spcBef>
                <a:spcPts val="0"/>
              </a:spcBef>
              <a:spcAft>
                <a:spcPts val="0"/>
              </a:spcAft>
              <a:buNone/>
              <a:defRPr sz="1000">
                <a:latin typeface="Roboto"/>
                <a:ea typeface="Roboto"/>
                <a:cs typeface="Roboto"/>
                <a:sym typeface="Roboto"/>
              </a:defRPr>
            </a:lvl5pPr>
            <a:lvl6pPr lvl="5">
              <a:lnSpc>
                <a:spcPct val="115000"/>
              </a:lnSpc>
              <a:spcBef>
                <a:spcPts val="0"/>
              </a:spcBef>
              <a:spcAft>
                <a:spcPts val="0"/>
              </a:spcAft>
              <a:buNone/>
              <a:defRPr sz="1000">
                <a:latin typeface="Roboto"/>
                <a:ea typeface="Roboto"/>
                <a:cs typeface="Roboto"/>
                <a:sym typeface="Roboto"/>
              </a:defRPr>
            </a:lvl6pPr>
            <a:lvl7pPr lvl="6">
              <a:lnSpc>
                <a:spcPct val="115000"/>
              </a:lnSpc>
              <a:spcBef>
                <a:spcPts val="0"/>
              </a:spcBef>
              <a:spcAft>
                <a:spcPts val="0"/>
              </a:spcAft>
              <a:buNone/>
              <a:defRPr sz="1000">
                <a:latin typeface="Roboto"/>
                <a:ea typeface="Roboto"/>
                <a:cs typeface="Roboto"/>
                <a:sym typeface="Roboto"/>
              </a:defRPr>
            </a:lvl7pPr>
            <a:lvl8pPr lvl="7">
              <a:lnSpc>
                <a:spcPct val="115000"/>
              </a:lnSpc>
              <a:spcBef>
                <a:spcPts val="0"/>
              </a:spcBef>
              <a:spcAft>
                <a:spcPts val="0"/>
              </a:spcAft>
              <a:buNone/>
              <a:defRPr sz="1000">
                <a:latin typeface="Roboto"/>
                <a:ea typeface="Roboto"/>
                <a:cs typeface="Roboto"/>
                <a:sym typeface="Roboto"/>
              </a:defRPr>
            </a:lvl8pPr>
            <a:lvl9pPr lvl="8">
              <a:lnSpc>
                <a:spcPct val="115000"/>
              </a:lnSpc>
              <a:spcBef>
                <a:spcPts val="0"/>
              </a:spcBef>
              <a:spcAft>
                <a:spcPts val="0"/>
              </a:spcAft>
              <a:buNone/>
              <a:defRPr sz="1000">
                <a:latin typeface="Roboto"/>
                <a:ea typeface="Roboto"/>
                <a:cs typeface="Roboto"/>
                <a:sym typeface="Roboto"/>
              </a:defRPr>
            </a:lvl9pPr>
          </a:lstStyle>
          <a:p/>
        </p:txBody>
      </p:sp>
      <p:sp>
        <p:nvSpPr>
          <p:cNvPr id="89" name="Google Shape;89;p19"/>
          <p:cNvSpPr txBox="1"/>
          <p:nvPr>
            <p:ph hasCustomPrompt="1" idx="8" type="title"/>
          </p:nvPr>
        </p:nvSpPr>
        <p:spPr>
          <a:xfrm>
            <a:off x="228603" y="4043131"/>
            <a:ext cx="1226400" cy="415500"/>
          </a:xfrm>
          <a:prstGeom prst="rect">
            <a:avLst/>
          </a:prstGeom>
        </p:spPr>
        <p:txBody>
          <a:bodyPr anchorCtr="0" anchor="b" bIns="91425" lIns="0" spcFirstLastPara="1" rIns="0" wrap="square" tIns="91425">
            <a:noAutofit/>
          </a:bodyPr>
          <a:lstStyle>
            <a:lvl1pPr lvl="0">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1pPr>
            <a:lvl2pPr lvl="1">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2pPr>
            <a:lvl3pPr lvl="2">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3pPr>
            <a:lvl4pPr lvl="3">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4pPr>
            <a:lvl5pPr lvl="4">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5pPr>
            <a:lvl6pPr lvl="5">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6pPr>
            <a:lvl7pPr lvl="6">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7pPr>
            <a:lvl8pPr lvl="7">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8pPr>
            <a:lvl9pPr lvl="8">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9pPr>
          </a:lstStyle>
          <a:p>
            <a:r>
              <a:t>xx%</a:t>
            </a:r>
          </a:p>
        </p:txBody>
      </p:sp>
      <p:sp>
        <p:nvSpPr>
          <p:cNvPr id="90" name="Google Shape;90;p19"/>
          <p:cNvSpPr txBox="1"/>
          <p:nvPr>
            <p:ph idx="9" type="title"/>
          </p:nvPr>
        </p:nvSpPr>
        <p:spPr>
          <a:xfrm>
            <a:off x="228600" y="4412525"/>
            <a:ext cx="7893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91" name="Google Shape;91;p19"/>
          <p:cNvSpPr txBox="1"/>
          <p:nvPr>
            <p:ph hasCustomPrompt="1" idx="13" type="title"/>
          </p:nvPr>
        </p:nvSpPr>
        <p:spPr>
          <a:xfrm>
            <a:off x="1864803" y="4043131"/>
            <a:ext cx="1226400" cy="415500"/>
          </a:xfrm>
          <a:prstGeom prst="rect">
            <a:avLst/>
          </a:prstGeom>
        </p:spPr>
        <p:txBody>
          <a:bodyPr anchorCtr="0" anchor="b" bIns="91425" lIns="0" spcFirstLastPara="1" rIns="0" wrap="square" tIns="91425">
            <a:noAutofit/>
          </a:bodyPr>
          <a:lstStyle>
            <a:lvl1pPr lvl="0">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1pPr>
            <a:lvl2pPr lvl="1">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2pPr>
            <a:lvl3pPr lvl="2">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3pPr>
            <a:lvl4pPr lvl="3">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4pPr>
            <a:lvl5pPr lvl="4">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5pPr>
            <a:lvl6pPr lvl="5">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6pPr>
            <a:lvl7pPr lvl="6">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7pPr>
            <a:lvl8pPr lvl="7">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8pPr>
            <a:lvl9pPr lvl="8">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9pPr>
          </a:lstStyle>
          <a:p>
            <a:r>
              <a:t>xx%</a:t>
            </a:r>
          </a:p>
        </p:txBody>
      </p:sp>
      <p:sp>
        <p:nvSpPr>
          <p:cNvPr id="92" name="Google Shape;92;p19"/>
          <p:cNvSpPr txBox="1"/>
          <p:nvPr>
            <p:ph idx="14" type="title"/>
          </p:nvPr>
        </p:nvSpPr>
        <p:spPr>
          <a:xfrm>
            <a:off x="1864800" y="4412525"/>
            <a:ext cx="7893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93" name="Google Shape;93;p19"/>
          <p:cNvSpPr txBox="1"/>
          <p:nvPr>
            <p:ph hasCustomPrompt="1" idx="15" type="title"/>
          </p:nvPr>
        </p:nvSpPr>
        <p:spPr>
          <a:xfrm>
            <a:off x="3359253" y="4043131"/>
            <a:ext cx="1226400" cy="415500"/>
          </a:xfrm>
          <a:prstGeom prst="rect">
            <a:avLst/>
          </a:prstGeom>
        </p:spPr>
        <p:txBody>
          <a:bodyPr anchorCtr="0" anchor="b" bIns="91425" lIns="0" spcFirstLastPara="1" rIns="0" wrap="square" tIns="91425">
            <a:noAutofit/>
          </a:bodyPr>
          <a:lstStyle>
            <a:lvl1pPr lvl="0">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1pPr>
            <a:lvl2pPr lvl="1">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2pPr>
            <a:lvl3pPr lvl="2">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3pPr>
            <a:lvl4pPr lvl="3">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4pPr>
            <a:lvl5pPr lvl="4">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5pPr>
            <a:lvl6pPr lvl="5">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6pPr>
            <a:lvl7pPr lvl="6">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7pPr>
            <a:lvl8pPr lvl="7">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8pPr>
            <a:lvl9pPr lvl="8">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9pPr>
          </a:lstStyle>
          <a:p>
            <a:r>
              <a:t>xx%</a:t>
            </a:r>
          </a:p>
        </p:txBody>
      </p:sp>
      <p:sp>
        <p:nvSpPr>
          <p:cNvPr id="94" name="Google Shape;94;p19"/>
          <p:cNvSpPr txBox="1"/>
          <p:nvPr>
            <p:ph idx="16" type="title"/>
          </p:nvPr>
        </p:nvSpPr>
        <p:spPr>
          <a:xfrm>
            <a:off x="3359250" y="4412525"/>
            <a:ext cx="7893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95" name="Google Shape;95;p19"/>
          <p:cNvSpPr txBox="1"/>
          <p:nvPr>
            <p:ph hasCustomPrompt="1" idx="17" type="title"/>
          </p:nvPr>
        </p:nvSpPr>
        <p:spPr>
          <a:xfrm>
            <a:off x="4995453" y="4043131"/>
            <a:ext cx="1226400" cy="415500"/>
          </a:xfrm>
          <a:prstGeom prst="rect">
            <a:avLst/>
          </a:prstGeom>
        </p:spPr>
        <p:txBody>
          <a:bodyPr anchorCtr="0" anchor="b" bIns="91425" lIns="0" spcFirstLastPara="1" rIns="0" wrap="square" tIns="91425">
            <a:noAutofit/>
          </a:bodyPr>
          <a:lstStyle>
            <a:lvl1pPr lvl="0">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1pPr>
            <a:lvl2pPr lvl="1">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2pPr>
            <a:lvl3pPr lvl="2">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3pPr>
            <a:lvl4pPr lvl="3">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4pPr>
            <a:lvl5pPr lvl="4">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5pPr>
            <a:lvl6pPr lvl="5">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6pPr>
            <a:lvl7pPr lvl="6">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7pPr>
            <a:lvl8pPr lvl="7">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8pPr>
            <a:lvl9pPr lvl="8">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9pPr>
          </a:lstStyle>
          <a:p>
            <a:r>
              <a:t>xx%</a:t>
            </a:r>
          </a:p>
        </p:txBody>
      </p:sp>
      <p:sp>
        <p:nvSpPr>
          <p:cNvPr id="96" name="Google Shape;96;p19"/>
          <p:cNvSpPr txBox="1"/>
          <p:nvPr>
            <p:ph idx="18" type="title"/>
          </p:nvPr>
        </p:nvSpPr>
        <p:spPr>
          <a:xfrm>
            <a:off x="4995450" y="4412525"/>
            <a:ext cx="7893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97" name="Google Shape;97;p19"/>
          <p:cNvSpPr txBox="1"/>
          <p:nvPr>
            <p:ph hasCustomPrompt="1" idx="19" type="title"/>
          </p:nvPr>
        </p:nvSpPr>
        <p:spPr>
          <a:xfrm>
            <a:off x="6489903" y="4043131"/>
            <a:ext cx="1226400" cy="415500"/>
          </a:xfrm>
          <a:prstGeom prst="rect">
            <a:avLst/>
          </a:prstGeom>
        </p:spPr>
        <p:txBody>
          <a:bodyPr anchorCtr="0" anchor="b" bIns="91425" lIns="0" spcFirstLastPara="1" rIns="0" wrap="square" tIns="91425">
            <a:noAutofit/>
          </a:bodyPr>
          <a:lstStyle>
            <a:lvl1pPr lvl="0">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1pPr>
            <a:lvl2pPr lvl="1">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2pPr>
            <a:lvl3pPr lvl="2">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3pPr>
            <a:lvl4pPr lvl="3">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4pPr>
            <a:lvl5pPr lvl="4">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5pPr>
            <a:lvl6pPr lvl="5">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6pPr>
            <a:lvl7pPr lvl="6">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7pPr>
            <a:lvl8pPr lvl="7">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8pPr>
            <a:lvl9pPr lvl="8">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9pPr>
          </a:lstStyle>
          <a:p>
            <a:r>
              <a:t>xx%</a:t>
            </a:r>
          </a:p>
        </p:txBody>
      </p:sp>
      <p:sp>
        <p:nvSpPr>
          <p:cNvPr id="98" name="Google Shape;98;p19"/>
          <p:cNvSpPr txBox="1"/>
          <p:nvPr>
            <p:ph idx="20" type="title"/>
          </p:nvPr>
        </p:nvSpPr>
        <p:spPr>
          <a:xfrm>
            <a:off x="6489900" y="4412525"/>
            <a:ext cx="7893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99" name="Google Shape;99;p19"/>
          <p:cNvSpPr txBox="1"/>
          <p:nvPr>
            <p:ph hasCustomPrompt="1" idx="21" type="title"/>
          </p:nvPr>
        </p:nvSpPr>
        <p:spPr>
          <a:xfrm>
            <a:off x="8126103" y="4043131"/>
            <a:ext cx="1226400" cy="415500"/>
          </a:xfrm>
          <a:prstGeom prst="rect">
            <a:avLst/>
          </a:prstGeom>
        </p:spPr>
        <p:txBody>
          <a:bodyPr anchorCtr="0" anchor="b" bIns="91425" lIns="0" spcFirstLastPara="1" rIns="0" wrap="square" tIns="91425">
            <a:noAutofit/>
          </a:bodyPr>
          <a:lstStyle>
            <a:lvl1pPr lvl="0">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1pPr>
            <a:lvl2pPr lvl="1">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2pPr>
            <a:lvl3pPr lvl="2">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3pPr>
            <a:lvl4pPr lvl="3">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4pPr>
            <a:lvl5pPr lvl="4">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5pPr>
            <a:lvl6pPr lvl="5">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6pPr>
            <a:lvl7pPr lvl="6">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7pPr>
            <a:lvl8pPr lvl="7">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8pPr>
            <a:lvl9pPr lvl="8">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9pPr>
          </a:lstStyle>
          <a:p>
            <a:r>
              <a:t>xx%</a:t>
            </a:r>
          </a:p>
        </p:txBody>
      </p:sp>
      <p:sp>
        <p:nvSpPr>
          <p:cNvPr id="100" name="Google Shape;100;p19"/>
          <p:cNvSpPr txBox="1"/>
          <p:nvPr>
            <p:ph idx="22" type="title"/>
          </p:nvPr>
        </p:nvSpPr>
        <p:spPr>
          <a:xfrm>
            <a:off x="8126100" y="4412525"/>
            <a:ext cx="7893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rter's highlighted outcomes">
  <p:cSld name="CUSTOM_7">
    <p:bg>
      <p:bgPr>
        <a:gradFill>
          <a:gsLst>
            <a:gs pos="0">
              <a:schemeClr val="accent4"/>
            </a:gs>
            <a:gs pos="100000">
              <a:schemeClr val="dk1"/>
            </a:gs>
          </a:gsLst>
          <a:lin ang="5400012" scaled="0"/>
        </a:gradFill>
      </p:bgPr>
    </p:bg>
    <p:spTree>
      <p:nvGrpSpPr>
        <p:cNvPr id="101" name="Shape 101"/>
        <p:cNvGrpSpPr/>
        <p:nvPr/>
      </p:nvGrpSpPr>
      <p:grpSpPr>
        <a:xfrm>
          <a:off x="0" y="0"/>
          <a:ext cx="0" cy="0"/>
          <a:chOff x="0" y="0"/>
          <a:chExt cx="0" cy="0"/>
        </a:xfrm>
      </p:grpSpPr>
      <p:sp>
        <p:nvSpPr>
          <p:cNvPr id="102" name="Google Shape;102;p20"/>
          <p:cNvSpPr txBox="1"/>
          <p:nvPr>
            <p:ph type="title"/>
          </p:nvPr>
        </p:nvSpPr>
        <p:spPr>
          <a:xfrm>
            <a:off x="212450" y="177900"/>
            <a:ext cx="5789400" cy="774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03" name="Google Shape;103;p20"/>
          <p:cNvSpPr txBox="1"/>
          <p:nvPr>
            <p:ph idx="1" type="subTitle"/>
          </p:nvPr>
        </p:nvSpPr>
        <p:spPr>
          <a:xfrm>
            <a:off x="228600" y="1799302"/>
            <a:ext cx="16494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104" name="Google Shape;104;p20"/>
          <p:cNvSpPr txBox="1"/>
          <p:nvPr>
            <p:ph idx="2" type="subTitle"/>
          </p:nvPr>
        </p:nvSpPr>
        <p:spPr>
          <a:xfrm>
            <a:off x="228600" y="2926752"/>
            <a:ext cx="16494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105" name="Google Shape;105;p20"/>
          <p:cNvSpPr txBox="1"/>
          <p:nvPr>
            <p:ph idx="3" type="subTitle"/>
          </p:nvPr>
        </p:nvSpPr>
        <p:spPr>
          <a:xfrm>
            <a:off x="228600" y="4033496"/>
            <a:ext cx="16494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106" name="Google Shape;106;p20"/>
          <p:cNvSpPr txBox="1"/>
          <p:nvPr>
            <p:ph idx="4" type="subTitle"/>
          </p:nvPr>
        </p:nvSpPr>
        <p:spPr>
          <a:xfrm>
            <a:off x="2443950" y="1820000"/>
            <a:ext cx="19287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07" name="Google Shape;107;p20"/>
          <p:cNvSpPr txBox="1"/>
          <p:nvPr>
            <p:ph idx="5" type="subTitle"/>
          </p:nvPr>
        </p:nvSpPr>
        <p:spPr>
          <a:xfrm>
            <a:off x="2443950" y="2937100"/>
            <a:ext cx="19287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08" name="Google Shape;108;p20"/>
          <p:cNvSpPr txBox="1"/>
          <p:nvPr>
            <p:ph idx="6" type="subTitle"/>
          </p:nvPr>
        </p:nvSpPr>
        <p:spPr>
          <a:xfrm>
            <a:off x="2443950" y="4054200"/>
            <a:ext cx="19287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09" name="Google Shape;109;p20"/>
          <p:cNvSpPr txBox="1"/>
          <p:nvPr>
            <p:ph idx="7" type="subTitle"/>
          </p:nvPr>
        </p:nvSpPr>
        <p:spPr>
          <a:xfrm>
            <a:off x="5050200" y="1820000"/>
            <a:ext cx="27975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400"/>
              <a:buFont typeface="Space Grotesk"/>
              <a:buNone/>
              <a:defRPr sz="2400"/>
            </a:lvl1pPr>
            <a:lvl2pPr lvl="1">
              <a:spcBef>
                <a:spcPts val="0"/>
              </a:spcBef>
              <a:spcAft>
                <a:spcPts val="0"/>
              </a:spcAft>
              <a:buClr>
                <a:schemeClr val="lt1"/>
              </a:buClr>
              <a:buSzPts val="2400"/>
              <a:buFont typeface="Space Grotesk"/>
              <a:buNone/>
              <a:defRPr sz="2400"/>
            </a:lvl2pPr>
            <a:lvl3pPr lvl="2">
              <a:spcBef>
                <a:spcPts val="0"/>
              </a:spcBef>
              <a:spcAft>
                <a:spcPts val="0"/>
              </a:spcAft>
              <a:buClr>
                <a:schemeClr val="lt1"/>
              </a:buClr>
              <a:buSzPts val="2400"/>
              <a:buFont typeface="Space Grotesk"/>
              <a:buNone/>
              <a:defRPr sz="2400"/>
            </a:lvl3pPr>
            <a:lvl4pPr lvl="3">
              <a:spcBef>
                <a:spcPts val="0"/>
              </a:spcBef>
              <a:spcAft>
                <a:spcPts val="0"/>
              </a:spcAft>
              <a:buClr>
                <a:schemeClr val="lt1"/>
              </a:buClr>
              <a:buSzPts val="2400"/>
              <a:buFont typeface="Space Grotesk"/>
              <a:buNone/>
              <a:defRPr sz="2400"/>
            </a:lvl4pPr>
            <a:lvl5pPr lvl="4">
              <a:spcBef>
                <a:spcPts val="0"/>
              </a:spcBef>
              <a:spcAft>
                <a:spcPts val="0"/>
              </a:spcAft>
              <a:buClr>
                <a:schemeClr val="lt1"/>
              </a:buClr>
              <a:buSzPts val="2400"/>
              <a:buFont typeface="Space Grotesk"/>
              <a:buNone/>
              <a:defRPr sz="2400"/>
            </a:lvl5pPr>
            <a:lvl6pPr lvl="5">
              <a:spcBef>
                <a:spcPts val="0"/>
              </a:spcBef>
              <a:spcAft>
                <a:spcPts val="0"/>
              </a:spcAft>
              <a:buClr>
                <a:schemeClr val="lt1"/>
              </a:buClr>
              <a:buSzPts val="2400"/>
              <a:buFont typeface="Space Grotesk"/>
              <a:buNone/>
              <a:defRPr sz="2400"/>
            </a:lvl6pPr>
            <a:lvl7pPr lvl="6">
              <a:spcBef>
                <a:spcPts val="0"/>
              </a:spcBef>
              <a:spcAft>
                <a:spcPts val="0"/>
              </a:spcAft>
              <a:buClr>
                <a:schemeClr val="lt1"/>
              </a:buClr>
              <a:buSzPts val="2400"/>
              <a:buFont typeface="Space Grotesk"/>
              <a:buNone/>
              <a:defRPr sz="2400"/>
            </a:lvl7pPr>
            <a:lvl8pPr lvl="7">
              <a:spcBef>
                <a:spcPts val="0"/>
              </a:spcBef>
              <a:spcAft>
                <a:spcPts val="0"/>
              </a:spcAft>
              <a:buClr>
                <a:schemeClr val="lt1"/>
              </a:buClr>
              <a:buSzPts val="2400"/>
              <a:buFont typeface="Space Grotesk"/>
              <a:buNone/>
              <a:defRPr sz="2400"/>
            </a:lvl8pPr>
            <a:lvl9pPr lvl="8">
              <a:spcBef>
                <a:spcPts val="0"/>
              </a:spcBef>
              <a:spcAft>
                <a:spcPts val="0"/>
              </a:spcAft>
              <a:buClr>
                <a:schemeClr val="lt1"/>
              </a:buClr>
              <a:buSzPts val="2400"/>
              <a:buFont typeface="Space Grotesk"/>
              <a:buNone/>
              <a:defRPr sz="2400"/>
            </a:lvl9pPr>
          </a:lstStyle>
          <a:p/>
        </p:txBody>
      </p:sp>
      <p:sp>
        <p:nvSpPr>
          <p:cNvPr id="110" name="Google Shape;110;p20"/>
          <p:cNvSpPr txBox="1"/>
          <p:nvPr>
            <p:ph idx="8" type="subTitle"/>
          </p:nvPr>
        </p:nvSpPr>
        <p:spPr>
          <a:xfrm>
            <a:off x="5050200" y="2937100"/>
            <a:ext cx="27975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400"/>
              <a:buFont typeface="Space Grotesk"/>
              <a:buNone/>
              <a:defRPr sz="2400"/>
            </a:lvl1pPr>
            <a:lvl2pPr lvl="1">
              <a:spcBef>
                <a:spcPts val="0"/>
              </a:spcBef>
              <a:spcAft>
                <a:spcPts val="0"/>
              </a:spcAft>
              <a:buClr>
                <a:schemeClr val="lt1"/>
              </a:buClr>
              <a:buSzPts val="2400"/>
              <a:buFont typeface="Space Grotesk"/>
              <a:buNone/>
              <a:defRPr sz="2400"/>
            </a:lvl2pPr>
            <a:lvl3pPr lvl="2">
              <a:spcBef>
                <a:spcPts val="0"/>
              </a:spcBef>
              <a:spcAft>
                <a:spcPts val="0"/>
              </a:spcAft>
              <a:buClr>
                <a:schemeClr val="lt1"/>
              </a:buClr>
              <a:buSzPts val="2400"/>
              <a:buFont typeface="Space Grotesk"/>
              <a:buNone/>
              <a:defRPr sz="2400"/>
            </a:lvl3pPr>
            <a:lvl4pPr lvl="3">
              <a:spcBef>
                <a:spcPts val="0"/>
              </a:spcBef>
              <a:spcAft>
                <a:spcPts val="0"/>
              </a:spcAft>
              <a:buClr>
                <a:schemeClr val="lt1"/>
              </a:buClr>
              <a:buSzPts val="2400"/>
              <a:buFont typeface="Space Grotesk"/>
              <a:buNone/>
              <a:defRPr sz="2400"/>
            </a:lvl4pPr>
            <a:lvl5pPr lvl="4">
              <a:spcBef>
                <a:spcPts val="0"/>
              </a:spcBef>
              <a:spcAft>
                <a:spcPts val="0"/>
              </a:spcAft>
              <a:buClr>
                <a:schemeClr val="lt1"/>
              </a:buClr>
              <a:buSzPts val="2400"/>
              <a:buFont typeface="Space Grotesk"/>
              <a:buNone/>
              <a:defRPr sz="2400"/>
            </a:lvl5pPr>
            <a:lvl6pPr lvl="5">
              <a:spcBef>
                <a:spcPts val="0"/>
              </a:spcBef>
              <a:spcAft>
                <a:spcPts val="0"/>
              </a:spcAft>
              <a:buClr>
                <a:schemeClr val="lt1"/>
              </a:buClr>
              <a:buSzPts val="2400"/>
              <a:buFont typeface="Space Grotesk"/>
              <a:buNone/>
              <a:defRPr sz="2400"/>
            </a:lvl6pPr>
            <a:lvl7pPr lvl="6">
              <a:spcBef>
                <a:spcPts val="0"/>
              </a:spcBef>
              <a:spcAft>
                <a:spcPts val="0"/>
              </a:spcAft>
              <a:buClr>
                <a:schemeClr val="lt1"/>
              </a:buClr>
              <a:buSzPts val="2400"/>
              <a:buFont typeface="Space Grotesk"/>
              <a:buNone/>
              <a:defRPr sz="2400"/>
            </a:lvl7pPr>
            <a:lvl8pPr lvl="7">
              <a:spcBef>
                <a:spcPts val="0"/>
              </a:spcBef>
              <a:spcAft>
                <a:spcPts val="0"/>
              </a:spcAft>
              <a:buClr>
                <a:schemeClr val="lt1"/>
              </a:buClr>
              <a:buSzPts val="2400"/>
              <a:buFont typeface="Space Grotesk"/>
              <a:buNone/>
              <a:defRPr sz="2400"/>
            </a:lvl8pPr>
            <a:lvl9pPr lvl="8">
              <a:spcBef>
                <a:spcPts val="0"/>
              </a:spcBef>
              <a:spcAft>
                <a:spcPts val="0"/>
              </a:spcAft>
              <a:buClr>
                <a:schemeClr val="lt1"/>
              </a:buClr>
              <a:buSzPts val="2400"/>
              <a:buFont typeface="Space Grotesk"/>
              <a:buNone/>
              <a:defRPr sz="2400"/>
            </a:lvl9pPr>
          </a:lstStyle>
          <a:p/>
        </p:txBody>
      </p:sp>
      <p:sp>
        <p:nvSpPr>
          <p:cNvPr id="111" name="Google Shape;111;p20"/>
          <p:cNvSpPr txBox="1"/>
          <p:nvPr>
            <p:ph idx="9" type="subTitle"/>
          </p:nvPr>
        </p:nvSpPr>
        <p:spPr>
          <a:xfrm>
            <a:off x="5050200" y="4054200"/>
            <a:ext cx="27975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400"/>
              <a:buFont typeface="Space Grotesk"/>
              <a:buNone/>
              <a:defRPr sz="2400"/>
            </a:lvl1pPr>
            <a:lvl2pPr lvl="1">
              <a:spcBef>
                <a:spcPts val="0"/>
              </a:spcBef>
              <a:spcAft>
                <a:spcPts val="0"/>
              </a:spcAft>
              <a:buClr>
                <a:schemeClr val="lt1"/>
              </a:buClr>
              <a:buSzPts val="2400"/>
              <a:buFont typeface="Space Grotesk"/>
              <a:buNone/>
              <a:defRPr sz="2400"/>
            </a:lvl2pPr>
            <a:lvl3pPr lvl="2">
              <a:spcBef>
                <a:spcPts val="0"/>
              </a:spcBef>
              <a:spcAft>
                <a:spcPts val="0"/>
              </a:spcAft>
              <a:buClr>
                <a:schemeClr val="lt1"/>
              </a:buClr>
              <a:buSzPts val="2400"/>
              <a:buFont typeface="Space Grotesk"/>
              <a:buNone/>
              <a:defRPr sz="2400"/>
            </a:lvl3pPr>
            <a:lvl4pPr lvl="3">
              <a:spcBef>
                <a:spcPts val="0"/>
              </a:spcBef>
              <a:spcAft>
                <a:spcPts val="0"/>
              </a:spcAft>
              <a:buClr>
                <a:schemeClr val="lt1"/>
              </a:buClr>
              <a:buSzPts val="2400"/>
              <a:buFont typeface="Space Grotesk"/>
              <a:buNone/>
              <a:defRPr sz="2400"/>
            </a:lvl4pPr>
            <a:lvl5pPr lvl="4">
              <a:spcBef>
                <a:spcPts val="0"/>
              </a:spcBef>
              <a:spcAft>
                <a:spcPts val="0"/>
              </a:spcAft>
              <a:buClr>
                <a:schemeClr val="lt1"/>
              </a:buClr>
              <a:buSzPts val="2400"/>
              <a:buFont typeface="Space Grotesk"/>
              <a:buNone/>
              <a:defRPr sz="2400"/>
            </a:lvl5pPr>
            <a:lvl6pPr lvl="5">
              <a:spcBef>
                <a:spcPts val="0"/>
              </a:spcBef>
              <a:spcAft>
                <a:spcPts val="0"/>
              </a:spcAft>
              <a:buClr>
                <a:schemeClr val="lt1"/>
              </a:buClr>
              <a:buSzPts val="2400"/>
              <a:buFont typeface="Space Grotesk"/>
              <a:buNone/>
              <a:defRPr sz="2400"/>
            </a:lvl6pPr>
            <a:lvl7pPr lvl="6">
              <a:spcBef>
                <a:spcPts val="0"/>
              </a:spcBef>
              <a:spcAft>
                <a:spcPts val="0"/>
              </a:spcAft>
              <a:buClr>
                <a:schemeClr val="lt1"/>
              </a:buClr>
              <a:buSzPts val="2400"/>
              <a:buFont typeface="Space Grotesk"/>
              <a:buNone/>
              <a:defRPr sz="2400"/>
            </a:lvl7pPr>
            <a:lvl8pPr lvl="7">
              <a:spcBef>
                <a:spcPts val="0"/>
              </a:spcBef>
              <a:spcAft>
                <a:spcPts val="0"/>
              </a:spcAft>
              <a:buClr>
                <a:schemeClr val="lt1"/>
              </a:buClr>
              <a:buSzPts val="2400"/>
              <a:buFont typeface="Space Grotesk"/>
              <a:buNone/>
              <a:defRPr sz="2400"/>
            </a:lvl8pPr>
            <a:lvl9pPr lvl="8">
              <a:spcBef>
                <a:spcPts val="0"/>
              </a:spcBef>
              <a:spcAft>
                <a:spcPts val="0"/>
              </a:spcAft>
              <a:buClr>
                <a:schemeClr val="lt1"/>
              </a:buClr>
              <a:buSzPts val="2400"/>
              <a:buFont typeface="Space Grotesk"/>
              <a:buNone/>
              <a:defRPr sz="24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ndicators">
  <p:cSld name="CUSTOM_6">
    <p:spTree>
      <p:nvGrpSpPr>
        <p:cNvPr id="112" name="Shape 112"/>
        <p:cNvGrpSpPr/>
        <p:nvPr/>
      </p:nvGrpSpPr>
      <p:grpSpPr>
        <a:xfrm>
          <a:off x="0" y="0"/>
          <a:ext cx="0" cy="0"/>
          <a:chOff x="0" y="0"/>
          <a:chExt cx="0" cy="0"/>
        </a:xfrm>
      </p:grpSpPr>
      <p:sp>
        <p:nvSpPr>
          <p:cNvPr id="113" name="Google Shape;113;p21"/>
          <p:cNvSpPr txBox="1"/>
          <p:nvPr>
            <p:ph hasCustomPrompt="1" type="title"/>
          </p:nvPr>
        </p:nvSpPr>
        <p:spPr>
          <a:xfrm>
            <a:off x="3370125" y="3495645"/>
            <a:ext cx="1127400" cy="467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3600"/>
              <a:buFont typeface="Space Grotesk Light"/>
              <a:buNone/>
              <a:defRPr sz="3600">
                <a:latin typeface="Space Grotesk Light"/>
                <a:ea typeface="Space Grotesk Light"/>
                <a:cs typeface="Space Grotesk Light"/>
                <a:sym typeface="Space Grotesk Light"/>
              </a:defRPr>
            </a:lvl1pPr>
            <a:lvl2pPr lvl="1"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2pPr>
            <a:lvl3pPr lvl="2"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3pPr>
            <a:lvl4pPr lvl="3"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4pPr>
            <a:lvl5pPr lvl="4"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5pPr>
            <a:lvl6pPr lvl="5"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6pPr>
            <a:lvl7pPr lvl="6"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7pPr>
            <a:lvl8pPr lvl="7"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8pPr>
            <a:lvl9pPr lvl="8"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9pPr>
          </a:lstStyle>
          <a:p>
            <a:r>
              <a:t>xx%</a:t>
            </a:r>
          </a:p>
        </p:txBody>
      </p:sp>
      <p:sp>
        <p:nvSpPr>
          <p:cNvPr id="114" name="Google Shape;114;p21"/>
          <p:cNvSpPr txBox="1"/>
          <p:nvPr>
            <p:ph idx="1" type="subTitle"/>
          </p:nvPr>
        </p:nvSpPr>
        <p:spPr>
          <a:xfrm>
            <a:off x="3372000" y="3897425"/>
            <a:ext cx="1181700" cy="279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Roboto"/>
              <a:buNone/>
              <a:defRPr sz="1200">
                <a:latin typeface="Roboto"/>
                <a:ea typeface="Roboto"/>
                <a:cs typeface="Roboto"/>
                <a:sym typeface="Roboto"/>
              </a:defRPr>
            </a:lvl1pPr>
            <a:lvl2pPr lvl="1" algn="ctr">
              <a:spcBef>
                <a:spcPts val="0"/>
              </a:spcBef>
              <a:spcAft>
                <a:spcPts val="0"/>
              </a:spcAft>
              <a:buClr>
                <a:schemeClr val="lt1"/>
              </a:buClr>
              <a:buSzPts val="1200"/>
              <a:buFont typeface="Roboto"/>
              <a:buNone/>
              <a:defRPr sz="1200">
                <a:latin typeface="Roboto"/>
                <a:ea typeface="Roboto"/>
                <a:cs typeface="Roboto"/>
                <a:sym typeface="Roboto"/>
              </a:defRPr>
            </a:lvl2pPr>
            <a:lvl3pPr lvl="2" algn="ctr">
              <a:spcBef>
                <a:spcPts val="0"/>
              </a:spcBef>
              <a:spcAft>
                <a:spcPts val="0"/>
              </a:spcAft>
              <a:buClr>
                <a:schemeClr val="lt1"/>
              </a:buClr>
              <a:buSzPts val="1200"/>
              <a:buFont typeface="Roboto"/>
              <a:buNone/>
              <a:defRPr sz="1200">
                <a:latin typeface="Roboto"/>
                <a:ea typeface="Roboto"/>
                <a:cs typeface="Roboto"/>
                <a:sym typeface="Roboto"/>
              </a:defRPr>
            </a:lvl3pPr>
            <a:lvl4pPr lvl="3" algn="ctr">
              <a:spcBef>
                <a:spcPts val="0"/>
              </a:spcBef>
              <a:spcAft>
                <a:spcPts val="0"/>
              </a:spcAft>
              <a:buClr>
                <a:schemeClr val="lt1"/>
              </a:buClr>
              <a:buSzPts val="1200"/>
              <a:buFont typeface="Roboto"/>
              <a:buNone/>
              <a:defRPr sz="1200">
                <a:latin typeface="Roboto"/>
                <a:ea typeface="Roboto"/>
                <a:cs typeface="Roboto"/>
                <a:sym typeface="Roboto"/>
              </a:defRPr>
            </a:lvl4pPr>
            <a:lvl5pPr lvl="4" algn="ctr">
              <a:spcBef>
                <a:spcPts val="0"/>
              </a:spcBef>
              <a:spcAft>
                <a:spcPts val="0"/>
              </a:spcAft>
              <a:buClr>
                <a:schemeClr val="lt1"/>
              </a:buClr>
              <a:buSzPts val="1200"/>
              <a:buFont typeface="Roboto"/>
              <a:buNone/>
              <a:defRPr sz="1200">
                <a:latin typeface="Roboto"/>
                <a:ea typeface="Roboto"/>
                <a:cs typeface="Roboto"/>
                <a:sym typeface="Roboto"/>
              </a:defRPr>
            </a:lvl5pPr>
            <a:lvl6pPr lvl="5" algn="ctr">
              <a:spcBef>
                <a:spcPts val="0"/>
              </a:spcBef>
              <a:spcAft>
                <a:spcPts val="0"/>
              </a:spcAft>
              <a:buClr>
                <a:schemeClr val="lt1"/>
              </a:buClr>
              <a:buSzPts val="1200"/>
              <a:buFont typeface="Roboto"/>
              <a:buNone/>
              <a:defRPr sz="1200">
                <a:latin typeface="Roboto"/>
                <a:ea typeface="Roboto"/>
                <a:cs typeface="Roboto"/>
                <a:sym typeface="Roboto"/>
              </a:defRPr>
            </a:lvl6pPr>
            <a:lvl7pPr lvl="6" algn="ctr">
              <a:spcBef>
                <a:spcPts val="0"/>
              </a:spcBef>
              <a:spcAft>
                <a:spcPts val="0"/>
              </a:spcAft>
              <a:buClr>
                <a:schemeClr val="lt1"/>
              </a:buClr>
              <a:buSzPts val="1200"/>
              <a:buFont typeface="Roboto"/>
              <a:buNone/>
              <a:defRPr sz="1200">
                <a:latin typeface="Roboto"/>
                <a:ea typeface="Roboto"/>
                <a:cs typeface="Roboto"/>
                <a:sym typeface="Roboto"/>
              </a:defRPr>
            </a:lvl7pPr>
            <a:lvl8pPr lvl="7" algn="ctr">
              <a:spcBef>
                <a:spcPts val="0"/>
              </a:spcBef>
              <a:spcAft>
                <a:spcPts val="0"/>
              </a:spcAft>
              <a:buClr>
                <a:schemeClr val="lt1"/>
              </a:buClr>
              <a:buSzPts val="1200"/>
              <a:buFont typeface="Roboto"/>
              <a:buNone/>
              <a:defRPr sz="1200">
                <a:latin typeface="Roboto"/>
                <a:ea typeface="Roboto"/>
                <a:cs typeface="Roboto"/>
                <a:sym typeface="Roboto"/>
              </a:defRPr>
            </a:lvl8pPr>
            <a:lvl9pPr lvl="8" algn="ctr">
              <a:spcBef>
                <a:spcPts val="0"/>
              </a:spcBef>
              <a:spcAft>
                <a:spcPts val="0"/>
              </a:spcAft>
              <a:buClr>
                <a:schemeClr val="lt1"/>
              </a:buClr>
              <a:buSzPts val="1200"/>
              <a:buFont typeface="Roboto"/>
              <a:buNone/>
              <a:defRPr sz="1200">
                <a:latin typeface="Roboto"/>
                <a:ea typeface="Roboto"/>
                <a:cs typeface="Roboto"/>
                <a:sym typeface="Roboto"/>
              </a:defRPr>
            </a:lvl9pPr>
          </a:lstStyle>
          <a:p/>
        </p:txBody>
      </p:sp>
      <p:sp>
        <p:nvSpPr>
          <p:cNvPr id="115" name="Google Shape;115;p21"/>
          <p:cNvSpPr txBox="1"/>
          <p:nvPr>
            <p:ph hasCustomPrompt="1" idx="2" type="title"/>
          </p:nvPr>
        </p:nvSpPr>
        <p:spPr>
          <a:xfrm>
            <a:off x="5819400" y="2556158"/>
            <a:ext cx="2208900" cy="790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7400"/>
              <a:buFont typeface="Space Grotesk Light"/>
              <a:buNone/>
              <a:defRPr sz="7400">
                <a:latin typeface="Space Grotesk Light"/>
                <a:ea typeface="Space Grotesk Light"/>
                <a:cs typeface="Space Grotesk Light"/>
                <a:sym typeface="Space Grotesk Light"/>
              </a:defRPr>
            </a:lvl1pPr>
            <a:lvl2pPr lvl="1"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2pPr>
            <a:lvl3pPr lvl="2"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3pPr>
            <a:lvl4pPr lvl="3"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4pPr>
            <a:lvl5pPr lvl="4"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5pPr>
            <a:lvl6pPr lvl="5"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6pPr>
            <a:lvl7pPr lvl="6"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7pPr>
            <a:lvl8pPr lvl="7"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8pPr>
            <a:lvl9pPr lvl="8"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9pPr>
          </a:lstStyle>
          <a:p>
            <a:r>
              <a:t>xx%</a:t>
            </a:r>
          </a:p>
        </p:txBody>
      </p:sp>
      <p:sp>
        <p:nvSpPr>
          <p:cNvPr id="116" name="Google Shape;116;p21"/>
          <p:cNvSpPr txBox="1"/>
          <p:nvPr>
            <p:ph idx="3" type="subTitle"/>
          </p:nvPr>
        </p:nvSpPr>
        <p:spPr>
          <a:xfrm>
            <a:off x="6017200" y="3305600"/>
            <a:ext cx="1731600" cy="279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Roboto"/>
              <a:buNone/>
              <a:defRPr sz="1200">
                <a:latin typeface="Roboto"/>
                <a:ea typeface="Roboto"/>
                <a:cs typeface="Roboto"/>
                <a:sym typeface="Roboto"/>
              </a:defRPr>
            </a:lvl1pPr>
            <a:lvl2pPr lvl="1" algn="ctr">
              <a:spcBef>
                <a:spcPts val="0"/>
              </a:spcBef>
              <a:spcAft>
                <a:spcPts val="0"/>
              </a:spcAft>
              <a:buClr>
                <a:schemeClr val="lt1"/>
              </a:buClr>
              <a:buSzPts val="1200"/>
              <a:buFont typeface="Roboto"/>
              <a:buNone/>
              <a:defRPr sz="1200">
                <a:latin typeface="Roboto"/>
                <a:ea typeface="Roboto"/>
                <a:cs typeface="Roboto"/>
                <a:sym typeface="Roboto"/>
              </a:defRPr>
            </a:lvl2pPr>
            <a:lvl3pPr lvl="2" algn="ctr">
              <a:spcBef>
                <a:spcPts val="0"/>
              </a:spcBef>
              <a:spcAft>
                <a:spcPts val="0"/>
              </a:spcAft>
              <a:buClr>
                <a:schemeClr val="lt1"/>
              </a:buClr>
              <a:buSzPts val="1200"/>
              <a:buFont typeface="Roboto"/>
              <a:buNone/>
              <a:defRPr sz="1200">
                <a:latin typeface="Roboto"/>
                <a:ea typeface="Roboto"/>
                <a:cs typeface="Roboto"/>
                <a:sym typeface="Roboto"/>
              </a:defRPr>
            </a:lvl3pPr>
            <a:lvl4pPr lvl="3" algn="ctr">
              <a:spcBef>
                <a:spcPts val="0"/>
              </a:spcBef>
              <a:spcAft>
                <a:spcPts val="0"/>
              </a:spcAft>
              <a:buClr>
                <a:schemeClr val="lt1"/>
              </a:buClr>
              <a:buSzPts val="1200"/>
              <a:buFont typeface="Roboto"/>
              <a:buNone/>
              <a:defRPr sz="1200">
                <a:latin typeface="Roboto"/>
                <a:ea typeface="Roboto"/>
                <a:cs typeface="Roboto"/>
                <a:sym typeface="Roboto"/>
              </a:defRPr>
            </a:lvl4pPr>
            <a:lvl5pPr lvl="4" algn="ctr">
              <a:spcBef>
                <a:spcPts val="0"/>
              </a:spcBef>
              <a:spcAft>
                <a:spcPts val="0"/>
              </a:spcAft>
              <a:buClr>
                <a:schemeClr val="lt1"/>
              </a:buClr>
              <a:buSzPts val="1200"/>
              <a:buFont typeface="Roboto"/>
              <a:buNone/>
              <a:defRPr sz="1200">
                <a:latin typeface="Roboto"/>
                <a:ea typeface="Roboto"/>
                <a:cs typeface="Roboto"/>
                <a:sym typeface="Roboto"/>
              </a:defRPr>
            </a:lvl5pPr>
            <a:lvl6pPr lvl="5" algn="ctr">
              <a:spcBef>
                <a:spcPts val="0"/>
              </a:spcBef>
              <a:spcAft>
                <a:spcPts val="0"/>
              </a:spcAft>
              <a:buClr>
                <a:schemeClr val="lt1"/>
              </a:buClr>
              <a:buSzPts val="1200"/>
              <a:buFont typeface="Roboto"/>
              <a:buNone/>
              <a:defRPr sz="1200">
                <a:latin typeface="Roboto"/>
                <a:ea typeface="Roboto"/>
                <a:cs typeface="Roboto"/>
                <a:sym typeface="Roboto"/>
              </a:defRPr>
            </a:lvl6pPr>
            <a:lvl7pPr lvl="6" algn="ctr">
              <a:spcBef>
                <a:spcPts val="0"/>
              </a:spcBef>
              <a:spcAft>
                <a:spcPts val="0"/>
              </a:spcAft>
              <a:buClr>
                <a:schemeClr val="lt1"/>
              </a:buClr>
              <a:buSzPts val="1200"/>
              <a:buFont typeface="Roboto"/>
              <a:buNone/>
              <a:defRPr sz="1200">
                <a:latin typeface="Roboto"/>
                <a:ea typeface="Roboto"/>
                <a:cs typeface="Roboto"/>
                <a:sym typeface="Roboto"/>
              </a:defRPr>
            </a:lvl7pPr>
            <a:lvl8pPr lvl="7" algn="ctr">
              <a:spcBef>
                <a:spcPts val="0"/>
              </a:spcBef>
              <a:spcAft>
                <a:spcPts val="0"/>
              </a:spcAft>
              <a:buClr>
                <a:schemeClr val="lt1"/>
              </a:buClr>
              <a:buSzPts val="1200"/>
              <a:buFont typeface="Roboto"/>
              <a:buNone/>
              <a:defRPr sz="1200">
                <a:latin typeface="Roboto"/>
                <a:ea typeface="Roboto"/>
                <a:cs typeface="Roboto"/>
                <a:sym typeface="Roboto"/>
              </a:defRPr>
            </a:lvl8pPr>
            <a:lvl9pPr lvl="8" algn="ctr">
              <a:spcBef>
                <a:spcPts val="0"/>
              </a:spcBef>
              <a:spcAft>
                <a:spcPts val="0"/>
              </a:spcAft>
              <a:buClr>
                <a:schemeClr val="lt1"/>
              </a:buClr>
              <a:buSzPts val="1200"/>
              <a:buFont typeface="Roboto"/>
              <a:buNone/>
              <a:defRPr sz="1200">
                <a:latin typeface="Roboto"/>
                <a:ea typeface="Roboto"/>
                <a:cs typeface="Roboto"/>
                <a:sym typeface="Roboto"/>
              </a:defRPr>
            </a:lvl9pPr>
          </a:lstStyle>
          <a:p/>
        </p:txBody>
      </p:sp>
      <p:sp>
        <p:nvSpPr>
          <p:cNvPr id="117" name="Google Shape;117;p21"/>
          <p:cNvSpPr txBox="1"/>
          <p:nvPr>
            <p:ph idx="4" type="title"/>
          </p:nvPr>
        </p:nvSpPr>
        <p:spPr>
          <a:xfrm>
            <a:off x="212450" y="177900"/>
            <a:ext cx="5645700" cy="7902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18" name="Google Shape;118;p21"/>
          <p:cNvSpPr txBox="1"/>
          <p:nvPr>
            <p:ph hasCustomPrompt="1" idx="5" type="title"/>
          </p:nvPr>
        </p:nvSpPr>
        <p:spPr>
          <a:xfrm>
            <a:off x="1753450" y="3792650"/>
            <a:ext cx="798000" cy="467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2000"/>
              <a:buFont typeface="Space Grotesk Light"/>
              <a:buNone/>
              <a:defRPr sz="2000">
                <a:latin typeface="Space Grotesk Light"/>
                <a:ea typeface="Space Grotesk Light"/>
                <a:cs typeface="Space Grotesk Light"/>
                <a:sym typeface="Space Grotesk Light"/>
              </a:defRPr>
            </a:lvl1pPr>
            <a:lvl2pPr lvl="1"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2pPr>
            <a:lvl3pPr lvl="2"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3pPr>
            <a:lvl4pPr lvl="3"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4pPr>
            <a:lvl5pPr lvl="4"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5pPr>
            <a:lvl6pPr lvl="5"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6pPr>
            <a:lvl7pPr lvl="6"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7pPr>
            <a:lvl8pPr lvl="7"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8pPr>
            <a:lvl9pPr lvl="8"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9pPr>
          </a:lstStyle>
          <a:p>
            <a:r>
              <a:t>xx%</a:t>
            </a:r>
          </a:p>
        </p:txBody>
      </p:sp>
      <p:sp>
        <p:nvSpPr>
          <p:cNvPr id="119" name="Google Shape;119;p21"/>
          <p:cNvSpPr txBox="1"/>
          <p:nvPr>
            <p:ph idx="6" type="subTitle"/>
          </p:nvPr>
        </p:nvSpPr>
        <p:spPr>
          <a:xfrm>
            <a:off x="1561550" y="4183550"/>
            <a:ext cx="1181700" cy="279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Roboto"/>
              <a:buNone/>
              <a:defRPr sz="1200">
                <a:latin typeface="Roboto"/>
                <a:ea typeface="Roboto"/>
                <a:cs typeface="Roboto"/>
                <a:sym typeface="Roboto"/>
              </a:defRPr>
            </a:lvl1pPr>
            <a:lvl2pPr lvl="1" algn="ctr">
              <a:spcBef>
                <a:spcPts val="0"/>
              </a:spcBef>
              <a:spcAft>
                <a:spcPts val="0"/>
              </a:spcAft>
              <a:buClr>
                <a:schemeClr val="lt1"/>
              </a:buClr>
              <a:buSzPts val="1200"/>
              <a:buFont typeface="Roboto"/>
              <a:buNone/>
              <a:defRPr sz="1200">
                <a:latin typeface="Roboto"/>
                <a:ea typeface="Roboto"/>
                <a:cs typeface="Roboto"/>
                <a:sym typeface="Roboto"/>
              </a:defRPr>
            </a:lvl2pPr>
            <a:lvl3pPr lvl="2" algn="ctr">
              <a:spcBef>
                <a:spcPts val="0"/>
              </a:spcBef>
              <a:spcAft>
                <a:spcPts val="0"/>
              </a:spcAft>
              <a:buClr>
                <a:schemeClr val="lt1"/>
              </a:buClr>
              <a:buSzPts val="1200"/>
              <a:buFont typeface="Roboto"/>
              <a:buNone/>
              <a:defRPr sz="1200">
                <a:latin typeface="Roboto"/>
                <a:ea typeface="Roboto"/>
                <a:cs typeface="Roboto"/>
                <a:sym typeface="Roboto"/>
              </a:defRPr>
            </a:lvl3pPr>
            <a:lvl4pPr lvl="3" algn="ctr">
              <a:spcBef>
                <a:spcPts val="0"/>
              </a:spcBef>
              <a:spcAft>
                <a:spcPts val="0"/>
              </a:spcAft>
              <a:buClr>
                <a:schemeClr val="lt1"/>
              </a:buClr>
              <a:buSzPts val="1200"/>
              <a:buFont typeface="Roboto"/>
              <a:buNone/>
              <a:defRPr sz="1200">
                <a:latin typeface="Roboto"/>
                <a:ea typeface="Roboto"/>
                <a:cs typeface="Roboto"/>
                <a:sym typeface="Roboto"/>
              </a:defRPr>
            </a:lvl4pPr>
            <a:lvl5pPr lvl="4" algn="ctr">
              <a:spcBef>
                <a:spcPts val="0"/>
              </a:spcBef>
              <a:spcAft>
                <a:spcPts val="0"/>
              </a:spcAft>
              <a:buClr>
                <a:schemeClr val="lt1"/>
              </a:buClr>
              <a:buSzPts val="1200"/>
              <a:buFont typeface="Roboto"/>
              <a:buNone/>
              <a:defRPr sz="1200">
                <a:latin typeface="Roboto"/>
                <a:ea typeface="Roboto"/>
                <a:cs typeface="Roboto"/>
                <a:sym typeface="Roboto"/>
              </a:defRPr>
            </a:lvl5pPr>
            <a:lvl6pPr lvl="5" algn="ctr">
              <a:spcBef>
                <a:spcPts val="0"/>
              </a:spcBef>
              <a:spcAft>
                <a:spcPts val="0"/>
              </a:spcAft>
              <a:buClr>
                <a:schemeClr val="lt1"/>
              </a:buClr>
              <a:buSzPts val="1200"/>
              <a:buFont typeface="Roboto"/>
              <a:buNone/>
              <a:defRPr sz="1200">
                <a:latin typeface="Roboto"/>
                <a:ea typeface="Roboto"/>
                <a:cs typeface="Roboto"/>
                <a:sym typeface="Roboto"/>
              </a:defRPr>
            </a:lvl6pPr>
            <a:lvl7pPr lvl="6" algn="ctr">
              <a:spcBef>
                <a:spcPts val="0"/>
              </a:spcBef>
              <a:spcAft>
                <a:spcPts val="0"/>
              </a:spcAft>
              <a:buClr>
                <a:schemeClr val="lt1"/>
              </a:buClr>
              <a:buSzPts val="1200"/>
              <a:buFont typeface="Roboto"/>
              <a:buNone/>
              <a:defRPr sz="1200">
                <a:latin typeface="Roboto"/>
                <a:ea typeface="Roboto"/>
                <a:cs typeface="Roboto"/>
                <a:sym typeface="Roboto"/>
              </a:defRPr>
            </a:lvl7pPr>
            <a:lvl8pPr lvl="7" algn="ctr">
              <a:spcBef>
                <a:spcPts val="0"/>
              </a:spcBef>
              <a:spcAft>
                <a:spcPts val="0"/>
              </a:spcAft>
              <a:buClr>
                <a:schemeClr val="lt1"/>
              </a:buClr>
              <a:buSzPts val="1200"/>
              <a:buFont typeface="Roboto"/>
              <a:buNone/>
              <a:defRPr sz="1200">
                <a:latin typeface="Roboto"/>
                <a:ea typeface="Roboto"/>
                <a:cs typeface="Roboto"/>
                <a:sym typeface="Roboto"/>
              </a:defRPr>
            </a:lvl8pPr>
            <a:lvl9pPr lvl="8" algn="ctr">
              <a:spcBef>
                <a:spcPts val="0"/>
              </a:spcBef>
              <a:spcAft>
                <a:spcPts val="0"/>
              </a:spcAft>
              <a:buClr>
                <a:schemeClr val="lt1"/>
              </a:buClr>
              <a:buSzPts val="1200"/>
              <a:buFont typeface="Roboto"/>
              <a:buNone/>
              <a:defRPr sz="1200">
                <a:latin typeface="Roboto"/>
                <a:ea typeface="Roboto"/>
                <a:cs typeface="Roboto"/>
                <a:sym typeface="Robot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items">
  <p:cSld name="CUSTOM_2">
    <p:bg>
      <p:bgPr>
        <a:gradFill>
          <a:gsLst>
            <a:gs pos="0">
              <a:schemeClr val="accent4"/>
            </a:gs>
            <a:gs pos="100000">
              <a:schemeClr val="dk1"/>
            </a:gs>
          </a:gsLst>
          <a:lin ang="5400012" scaled="0"/>
        </a:gradFill>
      </p:bgPr>
    </p:bg>
    <p:spTree>
      <p:nvGrpSpPr>
        <p:cNvPr id="120" name="Shape 120"/>
        <p:cNvGrpSpPr/>
        <p:nvPr/>
      </p:nvGrpSpPr>
      <p:grpSpPr>
        <a:xfrm>
          <a:off x="0" y="0"/>
          <a:ext cx="0" cy="0"/>
          <a:chOff x="0" y="0"/>
          <a:chExt cx="0" cy="0"/>
        </a:xfrm>
      </p:grpSpPr>
      <p:sp>
        <p:nvSpPr>
          <p:cNvPr id="121" name="Google Shape;121;p22"/>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2" name="Google Shape;122;p22"/>
          <p:cNvSpPr txBox="1"/>
          <p:nvPr>
            <p:ph idx="1" type="subTitle"/>
          </p:nvPr>
        </p:nvSpPr>
        <p:spPr>
          <a:xfrm>
            <a:off x="591847" y="1999125"/>
            <a:ext cx="2481300" cy="214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123" name="Google Shape;123;p22"/>
          <p:cNvSpPr txBox="1"/>
          <p:nvPr>
            <p:ph idx="2" type="subTitle"/>
          </p:nvPr>
        </p:nvSpPr>
        <p:spPr>
          <a:xfrm>
            <a:off x="587100" y="2375550"/>
            <a:ext cx="2481300" cy="630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24" name="Google Shape;124;p22"/>
          <p:cNvSpPr txBox="1"/>
          <p:nvPr>
            <p:ph idx="3" type="subTitle"/>
          </p:nvPr>
        </p:nvSpPr>
        <p:spPr>
          <a:xfrm>
            <a:off x="4991772" y="1999125"/>
            <a:ext cx="2481300" cy="214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125" name="Google Shape;125;p22"/>
          <p:cNvSpPr txBox="1"/>
          <p:nvPr>
            <p:ph idx="4" type="subTitle"/>
          </p:nvPr>
        </p:nvSpPr>
        <p:spPr>
          <a:xfrm>
            <a:off x="591847" y="3389100"/>
            <a:ext cx="2481300" cy="214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126" name="Google Shape;126;p22"/>
          <p:cNvSpPr txBox="1"/>
          <p:nvPr>
            <p:ph idx="5" type="subTitle"/>
          </p:nvPr>
        </p:nvSpPr>
        <p:spPr>
          <a:xfrm>
            <a:off x="587100" y="3765525"/>
            <a:ext cx="2481300" cy="630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27" name="Google Shape;127;p22"/>
          <p:cNvSpPr txBox="1"/>
          <p:nvPr>
            <p:ph idx="6" type="subTitle"/>
          </p:nvPr>
        </p:nvSpPr>
        <p:spPr>
          <a:xfrm>
            <a:off x="4987025" y="2375550"/>
            <a:ext cx="2481300" cy="630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28" name="Google Shape;128;p22"/>
          <p:cNvSpPr txBox="1"/>
          <p:nvPr>
            <p:ph idx="7" type="subTitle"/>
          </p:nvPr>
        </p:nvSpPr>
        <p:spPr>
          <a:xfrm>
            <a:off x="4994147" y="3389100"/>
            <a:ext cx="2481300" cy="214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129" name="Google Shape;129;p22"/>
          <p:cNvSpPr txBox="1"/>
          <p:nvPr>
            <p:ph idx="8" type="subTitle"/>
          </p:nvPr>
        </p:nvSpPr>
        <p:spPr>
          <a:xfrm>
            <a:off x="4989400" y="3765525"/>
            <a:ext cx="2481300" cy="630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1">
  <p:cSld name="CUSTOM">
    <p:bg>
      <p:bgPr>
        <a:gradFill>
          <a:gsLst>
            <a:gs pos="0">
              <a:schemeClr val="accent4"/>
            </a:gs>
            <a:gs pos="100000">
              <a:schemeClr val="dk1"/>
            </a:gs>
          </a:gsLst>
          <a:path path="circle">
            <a:fillToRect b="50%" l="50%" r="50%" t="50%"/>
          </a:path>
          <a:tileRect/>
        </a:gradFill>
      </p:bgPr>
    </p:bg>
    <p:spTree>
      <p:nvGrpSpPr>
        <p:cNvPr id="130" name="Shape 130"/>
        <p:cNvGrpSpPr/>
        <p:nvPr/>
      </p:nvGrpSpPr>
      <p:grpSpPr>
        <a:xfrm>
          <a:off x="0" y="0"/>
          <a:ext cx="0" cy="0"/>
          <a:chOff x="0" y="0"/>
          <a:chExt cx="0" cy="0"/>
        </a:xfrm>
      </p:grpSpPr>
      <p:sp>
        <p:nvSpPr>
          <p:cNvPr id="131" name="Google Shape;131;p23"/>
          <p:cNvSpPr/>
          <p:nvPr>
            <p:ph idx="2" type="pic"/>
          </p:nvPr>
        </p:nvSpPr>
        <p:spPr>
          <a:xfrm>
            <a:off x="2481280" y="1138750"/>
            <a:ext cx="1928700" cy="1928700"/>
          </a:xfrm>
          <a:prstGeom prst="rect">
            <a:avLst/>
          </a:prstGeom>
          <a:noFill/>
          <a:ln>
            <a:noFill/>
          </a:ln>
        </p:spPr>
      </p:sp>
      <p:sp>
        <p:nvSpPr>
          <p:cNvPr id="132" name="Google Shape;132;p23"/>
          <p:cNvSpPr/>
          <p:nvPr>
            <p:ph idx="3" type="pic"/>
          </p:nvPr>
        </p:nvSpPr>
        <p:spPr>
          <a:xfrm>
            <a:off x="4733955" y="1138750"/>
            <a:ext cx="1928700" cy="1928700"/>
          </a:xfrm>
          <a:prstGeom prst="rect">
            <a:avLst/>
          </a:prstGeom>
          <a:noFill/>
          <a:ln>
            <a:noFill/>
          </a:ln>
        </p:spPr>
      </p:sp>
      <p:sp>
        <p:nvSpPr>
          <p:cNvPr id="133" name="Google Shape;133;p23"/>
          <p:cNvSpPr/>
          <p:nvPr>
            <p:ph idx="4" type="pic"/>
          </p:nvPr>
        </p:nvSpPr>
        <p:spPr>
          <a:xfrm>
            <a:off x="6986630" y="1138750"/>
            <a:ext cx="1928700" cy="1928700"/>
          </a:xfrm>
          <a:prstGeom prst="rect">
            <a:avLst/>
          </a:prstGeom>
          <a:noFill/>
          <a:ln>
            <a:noFill/>
          </a:ln>
        </p:spPr>
      </p:sp>
      <p:sp>
        <p:nvSpPr>
          <p:cNvPr id="134" name="Google Shape;134;p23"/>
          <p:cNvSpPr/>
          <p:nvPr>
            <p:ph idx="5" type="pic"/>
          </p:nvPr>
        </p:nvSpPr>
        <p:spPr>
          <a:xfrm>
            <a:off x="228605" y="1138750"/>
            <a:ext cx="1928700" cy="1928700"/>
          </a:xfrm>
          <a:prstGeom prst="rect">
            <a:avLst/>
          </a:prstGeom>
          <a:noFill/>
          <a:ln>
            <a:noFill/>
          </a:ln>
        </p:spPr>
      </p:sp>
      <p:cxnSp>
        <p:nvCxnSpPr>
          <p:cNvPr id="135" name="Google Shape;135;p23"/>
          <p:cNvCxnSpPr/>
          <p:nvPr/>
        </p:nvCxnSpPr>
        <p:spPr>
          <a:xfrm>
            <a:off x="228600" y="4912325"/>
            <a:ext cx="1928700" cy="0"/>
          </a:xfrm>
          <a:prstGeom prst="straightConnector1">
            <a:avLst/>
          </a:prstGeom>
          <a:noFill/>
          <a:ln cap="flat" cmpd="sng" w="9525">
            <a:solidFill>
              <a:schemeClr val="accent4"/>
            </a:solidFill>
            <a:prstDash val="solid"/>
            <a:round/>
            <a:headEnd len="med" w="med" type="none"/>
            <a:tailEnd len="med" w="med" type="none"/>
          </a:ln>
        </p:spPr>
      </p:cxnSp>
      <p:cxnSp>
        <p:nvCxnSpPr>
          <p:cNvPr id="136" name="Google Shape;136;p23"/>
          <p:cNvCxnSpPr/>
          <p:nvPr/>
        </p:nvCxnSpPr>
        <p:spPr>
          <a:xfrm>
            <a:off x="2481275" y="4912325"/>
            <a:ext cx="1928700" cy="0"/>
          </a:xfrm>
          <a:prstGeom prst="straightConnector1">
            <a:avLst/>
          </a:prstGeom>
          <a:noFill/>
          <a:ln cap="flat" cmpd="sng" w="9525">
            <a:solidFill>
              <a:schemeClr val="accent4"/>
            </a:solidFill>
            <a:prstDash val="solid"/>
            <a:round/>
            <a:headEnd len="med" w="med" type="none"/>
            <a:tailEnd len="med" w="med" type="none"/>
          </a:ln>
        </p:spPr>
      </p:cxnSp>
      <p:cxnSp>
        <p:nvCxnSpPr>
          <p:cNvPr id="137" name="Google Shape;137;p23"/>
          <p:cNvCxnSpPr/>
          <p:nvPr/>
        </p:nvCxnSpPr>
        <p:spPr>
          <a:xfrm>
            <a:off x="4733950" y="4912325"/>
            <a:ext cx="1928700" cy="0"/>
          </a:xfrm>
          <a:prstGeom prst="straightConnector1">
            <a:avLst/>
          </a:prstGeom>
          <a:noFill/>
          <a:ln cap="flat" cmpd="sng" w="9525">
            <a:solidFill>
              <a:schemeClr val="accent4"/>
            </a:solidFill>
            <a:prstDash val="solid"/>
            <a:round/>
            <a:headEnd len="med" w="med" type="none"/>
            <a:tailEnd len="med" w="med" type="none"/>
          </a:ln>
        </p:spPr>
      </p:cxnSp>
      <p:cxnSp>
        <p:nvCxnSpPr>
          <p:cNvPr id="138" name="Google Shape;138;p23"/>
          <p:cNvCxnSpPr/>
          <p:nvPr/>
        </p:nvCxnSpPr>
        <p:spPr>
          <a:xfrm>
            <a:off x="6986625" y="4912325"/>
            <a:ext cx="1928700" cy="0"/>
          </a:xfrm>
          <a:prstGeom prst="straightConnector1">
            <a:avLst/>
          </a:prstGeom>
          <a:noFill/>
          <a:ln cap="flat" cmpd="sng" w="9525">
            <a:solidFill>
              <a:schemeClr val="accent4"/>
            </a:solidFill>
            <a:prstDash val="solid"/>
            <a:round/>
            <a:headEnd len="med" w="med" type="none"/>
            <a:tailEnd len="med" w="med" type="none"/>
          </a:ln>
        </p:spPr>
      </p:cxnSp>
      <p:sp>
        <p:nvSpPr>
          <p:cNvPr id="139" name="Google Shape;139;p23"/>
          <p:cNvSpPr txBox="1"/>
          <p:nvPr>
            <p:ph type="title"/>
          </p:nvPr>
        </p:nvSpPr>
        <p:spPr>
          <a:xfrm>
            <a:off x="211793" y="143171"/>
            <a:ext cx="6054600" cy="504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000"/>
              <a:buFont typeface="Space Grotesk"/>
              <a:buNone/>
              <a:defRPr sz="3000"/>
            </a:lvl1pPr>
            <a:lvl2pPr lvl="1">
              <a:spcBef>
                <a:spcPts val="0"/>
              </a:spcBef>
              <a:spcAft>
                <a:spcPts val="0"/>
              </a:spcAft>
              <a:buClr>
                <a:schemeClr val="lt1"/>
              </a:buClr>
              <a:buSzPts val="3000"/>
              <a:buFont typeface="Space Grotesk"/>
              <a:buNone/>
              <a:defRPr sz="3000">
                <a:solidFill>
                  <a:schemeClr val="lt1"/>
                </a:solidFill>
              </a:defRPr>
            </a:lvl2pPr>
            <a:lvl3pPr lvl="2">
              <a:spcBef>
                <a:spcPts val="0"/>
              </a:spcBef>
              <a:spcAft>
                <a:spcPts val="0"/>
              </a:spcAft>
              <a:buClr>
                <a:schemeClr val="lt1"/>
              </a:buClr>
              <a:buSzPts val="3000"/>
              <a:buFont typeface="Space Grotesk"/>
              <a:buNone/>
              <a:defRPr sz="3000">
                <a:solidFill>
                  <a:schemeClr val="lt1"/>
                </a:solidFill>
              </a:defRPr>
            </a:lvl3pPr>
            <a:lvl4pPr lvl="3">
              <a:spcBef>
                <a:spcPts val="0"/>
              </a:spcBef>
              <a:spcAft>
                <a:spcPts val="0"/>
              </a:spcAft>
              <a:buClr>
                <a:schemeClr val="lt1"/>
              </a:buClr>
              <a:buSzPts val="3000"/>
              <a:buFont typeface="Space Grotesk"/>
              <a:buNone/>
              <a:defRPr sz="3000">
                <a:solidFill>
                  <a:schemeClr val="lt1"/>
                </a:solidFill>
              </a:defRPr>
            </a:lvl4pPr>
            <a:lvl5pPr lvl="4">
              <a:spcBef>
                <a:spcPts val="0"/>
              </a:spcBef>
              <a:spcAft>
                <a:spcPts val="0"/>
              </a:spcAft>
              <a:buClr>
                <a:schemeClr val="lt1"/>
              </a:buClr>
              <a:buSzPts val="3000"/>
              <a:buFont typeface="Space Grotesk"/>
              <a:buNone/>
              <a:defRPr sz="3000">
                <a:solidFill>
                  <a:schemeClr val="lt1"/>
                </a:solidFill>
              </a:defRPr>
            </a:lvl5pPr>
            <a:lvl6pPr lvl="5">
              <a:spcBef>
                <a:spcPts val="0"/>
              </a:spcBef>
              <a:spcAft>
                <a:spcPts val="0"/>
              </a:spcAft>
              <a:buClr>
                <a:schemeClr val="lt1"/>
              </a:buClr>
              <a:buSzPts val="3000"/>
              <a:buFont typeface="Space Grotesk"/>
              <a:buNone/>
              <a:defRPr sz="3000">
                <a:solidFill>
                  <a:schemeClr val="lt1"/>
                </a:solidFill>
              </a:defRPr>
            </a:lvl6pPr>
            <a:lvl7pPr lvl="6">
              <a:spcBef>
                <a:spcPts val="0"/>
              </a:spcBef>
              <a:spcAft>
                <a:spcPts val="0"/>
              </a:spcAft>
              <a:buClr>
                <a:schemeClr val="lt1"/>
              </a:buClr>
              <a:buSzPts val="3000"/>
              <a:buFont typeface="Space Grotesk"/>
              <a:buNone/>
              <a:defRPr sz="3000">
                <a:solidFill>
                  <a:schemeClr val="lt1"/>
                </a:solidFill>
              </a:defRPr>
            </a:lvl7pPr>
            <a:lvl8pPr lvl="7">
              <a:spcBef>
                <a:spcPts val="0"/>
              </a:spcBef>
              <a:spcAft>
                <a:spcPts val="0"/>
              </a:spcAft>
              <a:buClr>
                <a:schemeClr val="lt1"/>
              </a:buClr>
              <a:buSzPts val="3000"/>
              <a:buFont typeface="Space Grotesk"/>
              <a:buNone/>
              <a:defRPr sz="3000">
                <a:solidFill>
                  <a:schemeClr val="lt1"/>
                </a:solidFill>
              </a:defRPr>
            </a:lvl8pPr>
            <a:lvl9pPr lvl="8">
              <a:spcBef>
                <a:spcPts val="0"/>
              </a:spcBef>
              <a:spcAft>
                <a:spcPts val="0"/>
              </a:spcAft>
              <a:buClr>
                <a:schemeClr val="lt1"/>
              </a:buClr>
              <a:buSzPts val="3000"/>
              <a:buFont typeface="Space Grotesk"/>
              <a:buNone/>
              <a:defRPr sz="3000">
                <a:solidFill>
                  <a:schemeClr val="lt1"/>
                </a:solidFill>
              </a:defRPr>
            </a:lvl9pPr>
          </a:lstStyle>
          <a:p/>
        </p:txBody>
      </p:sp>
      <p:sp>
        <p:nvSpPr>
          <p:cNvPr id="140" name="Google Shape;140;p23"/>
          <p:cNvSpPr txBox="1"/>
          <p:nvPr>
            <p:ph idx="1" type="subTitle"/>
          </p:nvPr>
        </p:nvSpPr>
        <p:spPr>
          <a:xfrm>
            <a:off x="228650" y="3343950"/>
            <a:ext cx="1928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41" name="Google Shape;141;p23"/>
          <p:cNvSpPr txBox="1"/>
          <p:nvPr>
            <p:ph idx="6" type="subTitle"/>
          </p:nvPr>
        </p:nvSpPr>
        <p:spPr>
          <a:xfrm>
            <a:off x="228600" y="3581375"/>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42" name="Google Shape;142;p23"/>
          <p:cNvSpPr txBox="1"/>
          <p:nvPr>
            <p:ph idx="7" type="subTitle"/>
          </p:nvPr>
        </p:nvSpPr>
        <p:spPr>
          <a:xfrm>
            <a:off x="228600" y="3981350"/>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43" name="Google Shape;143;p23"/>
          <p:cNvSpPr txBox="1"/>
          <p:nvPr>
            <p:ph idx="8" type="subTitle"/>
          </p:nvPr>
        </p:nvSpPr>
        <p:spPr>
          <a:xfrm>
            <a:off x="2481350" y="3343950"/>
            <a:ext cx="1928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44" name="Google Shape;144;p23"/>
          <p:cNvSpPr txBox="1"/>
          <p:nvPr>
            <p:ph idx="9" type="subTitle"/>
          </p:nvPr>
        </p:nvSpPr>
        <p:spPr>
          <a:xfrm>
            <a:off x="2481300" y="3581375"/>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45" name="Google Shape;145;p23"/>
          <p:cNvSpPr txBox="1"/>
          <p:nvPr>
            <p:ph idx="13" type="subTitle"/>
          </p:nvPr>
        </p:nvSpPr>
        <p:spPr>
          <a:xfrm>
            <a:off x="2481300" y="3981350"/>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46" name="Google Shape;146;p23"/>
          <p:cNvSpPr txBox="1"/>
          <p:nvPr>
            <p:ph idx="14" type="subTitle"/>
          </p:nvPr>
        </p:nvSpPr>
        <p:spPr>
          <a:xfrm>
            <a:off x="4734050" y="3343950"/>
            <a:ext cx="1928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47" name="Google Shape;147;p23"/>
          <p:cNvSpPr txBox="1"/>
          <p:nvPr>
            <p:ph idx="15" type="subTitle"/>
          </p:nvPr>
        </p:nvSpPr>
        <p:spPr>
          <a:xfrm>
            <a:off x="4734000" y="3581375"/>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48" name="Google Shape;148;p23"/>
          <p:cNvSpPr txBox="1"/>
          <p:nvPr>
            <p:ph idx="16" type="subTitle"/>
          </p:nvPr>
        </p:nvSpPr>
        <p:spPr>
          <a:xfrm>
            <a:off x="4734000" y="3981350"/>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49" name="Google Shape;149;p23"/>
          <p:cNvSpPr txBox="1"/>
          <p:nvPr>
            <p:ph idx="17" type="subTitle"/>
          </p:nvPr>
        </p:nvSpPr>
        <p:spPr>
          <a:xfrm>
            <a:off x="6986750" y="3343950"/>
            <a:ext cx="1928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50" name="Google Shape;150;p23"/>
          <p:cNvSpPr txBox="1"/>
          <p:nvPr>
            <p:ph idx="18" type="subTitle"/>
          </p:nvPr>
        </p:nvSpPr>
        <p:spPr>
          <a:xfrm>
            <a:off x="6986700" y="3581375"/>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51" name="Google Shape;151;p23"/>
          <p:cNvSpPr txBox="1"/>
          <p:nvPr>
            <p:ph idx="19" type="subTitle"/>
          </p:nvPr>
        </p:nvSpPr>
        <p:spPr>
          <a:xfrm>
            <a:off x="6986700" y="3981350"/>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2">
  <p:cSld name="CUSTOM_1">
    <p:bg>
      <p:bgPr>
        <a:gradFill>
          <a:gsLst>
            <a:gs pos="0">
              <a:schemeClr val="accent4"/>
            </a:gs>
            <a:gs pos="100000">
              <a:schemeClr val="dk1"/>
            </a:gs>
          </a:gsLst>
          <a:path path="circle">
            <a:fillToRect b="50%" l="50%" r="50%" t="50%"/>
          </a:path>
          <a:tileRect/>
        </a:gradFill>
      </p:bgPr>
    </p:bg>
    <p:spTree>
      <p:nvGrpSpPr>
        <p:cNvPr id="152" name="Shape 152"/>
        <p:cNvGrpSpPr/>
        <p:nvPr/>
      </p:nvGrpSpPr>
      <p:grpSpPr>
        <a:xfrm>
          <a:off x="0" y="0"/>
          <a:ext cx="0" cy="0"/>
          <a:chOff x="0" y="0"/>
          <a:chExt cx="0" cy="0"/>
        </a:xfrm>
      </p:grpSpPr>
      <p:sp>
        <p:nvSpPr>
          <p:cNvPr id="153" name="Google Shape;153;p24"/>
          <p:cNvSpPr/>
          <p:nvPr>
            <p:ph idx="2" type="pic"/>
          </p:nvPr>
        </p:nvSpPr>
        <p:spPr>
          <a:xfrm>
            <a:off x="7034475" y="1338925"/>
            <a:ext cx="1833000" cy="1833000"/>
          </a:xfrm>
          <a:prstGeom prst="rect">
            <a:avLst/>
          </a:prstGeom>
          <a:noFill/>
          <a:ln>
            <a:noFill/>
          </a:ln>
        </p:spPr>
      </p:sp>
      <p:sp>
        <p:nvSpPr>
          <p:cNvPr id="154" name="Google Shape;154;p24"/>
          <p:cNvSpPr/>
          <p:nvPr>
            <p:ph idx="3" type="pic"/>
          </p:nvPr>
        </p:nvSpPr>
        <p:spPr>
          <a:xfrm>
            <a:off x="2529125" y="1338925"/>
            <a:ext cx="1833000" cy="1833000"/>
          </a:xfrm>
          <a:prstGeom prst="rect">
            <a:avLst/>
          </a:prstGeom>
          <a:noFill/>
          <a:ln>
            <a:noFill/>
          </a:ln>
        </p:spPr>
      </p:sp>
      <p:sp>
        <p:nvSpPr>
          <p:cNvPr id="155" name="Google Shape;155;p24"/>
          <p:cNvSpPr/>
          <p:nvPr>
            <p:ph idx="4" type="pic"/>
          </p:nvPr>
        </p:nvSpPr>
        <p:spPr>
          <a:xfrm>
            <a:off x="4781800" y="1338925"/>
            <a:ext cx="1833000" cy="1833000"/>
          </a:xfrm>
          <a:prstGeom prst="rect">
            <a:avLst/>
          </a:prstGeom>
          <a:noFill/>
          <a:ln>
            <a:noFill/>
          </a:ln>
        </p:spPr>
      </p:sp>
      <p:sp>
        <p:nvSpPr>
          <p:cNvPr id="156" name="Google Shape;156;p24"/>
          <p:cNvSpPr/>
          <p:nvPr>
            <p:ph idx="5" type="pic"/>
          </p:nvPr>
        </p:nvSpPr>
        <p:spPr>
          <a:xfrm>
            <a:off x="276450" y="1338925"/>
            <a:ext cx="1833000" cy="1833000"/>
          </a:xfrm>
          <a:prstGeom prst="rect">
            <a:avLst/>
          </a:prstGeom>
          <a:noFill/>
          <a:ln>
            <a:noFill/>
          </a:ln>
        </p:spPr>
      </p:sp>
      <p:sp>
        <p:nvSpPr>
          <p:cNvPr id="157" name="Google Shape;157;p24"/>
          <p:cNvSpPr txBox="1"/>
          <p:nvPr>
            <p:ph type="title"/>
          </p:nvPr>
        </p:nvSpPr>
        <p:spPr>
          <a:xfrm>
            <a:off x="211793" y="143171"/>
            <a:ext cx="6054600" cy="504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000"/>
              <a:buFont typeface="Space Grotesk"/>
              <a:buNone/>
              <a:defRPr sz="3000"/>
            </a:lvl1pPr>
            <a:lvl2pPr lvl="1">
              <a:spcBef>
                <a:spcPts val="0"/>
              </a:spcBef>
              <a:spcAft>
                <a:spcPts val="0"/>
              </a:spcAft>
              <a:buClr>
                <a:schemeClr val="lt1"/>
              </a:buClr>
              <a:buSzPts val="3000"/>
              <a:buFont typeface="Space Grotesk"/>
              <a:buNone/>
              <a:defRPr sz="3000">
                <a:solidFill>
                  <a:schemeClr val="lt1"/>
                </a:solidFill>
              </a:defRPr>
            </a:lvl2pPr>
            <a:lvl3pPr lvl="2">
              <a:spcBef>
                <a:spcPts val="0"/>
              </a:spcBef>
              <a:spcAft>
                <a:spcPts val="0"/>
              </a:spcAft>
              <a:buClr>
                <a:schemeClr val="lt1"/>
              </a:buClr>
              <a:buSzPts val="3000"/>
              <a:buFont typeface="Space Grotesk"/>
              <a:buNone/>
              <a:defRPr sz="3000">
                <a:solidFill>
                  <a:schemeClr val="lt1"/>
                </a:solidFill>
              </a:defRPr>
            </a:lvl3pPr>
            <a:lvl4pPr lvl="3">
              <a:spcBef>
                <a:spcPts val="0"/>
              </a:spcBef>
              <a:spcAft>
                <a:spcPts val="0"/>
              </a:spcAft>
              <a:buClr>
                <a:schemeClr val="lt1"/>
              </a:buClr>
              <a:buSzPts val="3000"/>
              <a:buFont typeface="Space Grotesk"/>
              <a:buNone/>
              <a:defRPr sz="3000">
                <a:solidFill>
                  <a:schemeClr val="lt1"/>
                </a:solidFill>
              </a:defRPr>
            </a:lvl4pPr>
            <a:lvl5pPr lvl="4">
              <a:spcBef>
                <a:spcPts val="0"/>
              </a:spcBef>
              <a:spcAft>
                <a:spcPts val="0"/>
              </a:spcAft>
              <a:buClr>
                <a:schemeClr val="lt1"/>
              </a:buClr>
              <a:buSzPts val="3000"/>
              <a:buFont typeface="Space Grotesk"/>
              <a:buNone/>
              <a:defRPr sz="3000">
                <a:solidFill>
                  <a:schemeClr val="lt1"/>
                </a:solidFill>
              </a:defRPr>
            </a:lvl5pPr>
            <a:lvl6pPr lvl="5">
              <a:spcBef>
                <a:spcPts val="0"/>
              </a:spcBef>
              <a:spcAft>
                <a:spcPts val="0"/>
              </a:spcAft>
              <a:buClr>
                <a:schemeClr val="lt1"/>
              </a:buClr>
              <a:buSzPts val="3000"/>
              <a:buFont typeface="Space Grotesk"/>
              <a:buNone/>
              <a:defRPr sz="3000">
                <a:solidFill>
                  <a:schemeClr val="lt1"/>
                </a:solidFill>
              </a:defRPr>
            </a:lvl6pPr>
            <a:lvl7pPr lvl="6">
              <a:spcBef>
                <a:spcPts val="0"/>
              </a:spcBef>
              <a:spcAft>
                <a:spcPts val="0"/>
              </a:spcAft>
              <a:buClr>
                <a:schemeClr val="lt1"/>
              </a:buClr>
              <a:buSzPts val="3000"/>
              <a:buFont typeface="Space Grotesk"/>
              <a:buNone/>
              <a:defRPr sz="3000">
                <a:solidFill>
                  <a:schemeClr val="lt1"/>
                </a:solidFill>
              </a:defRPr>
            </a:lvl7pPr>
            <a:lvl8pPr lvl="7">
              <a:spcBef>
                <a:spcPts val="0"/>
              </a:spcBef>
              <a:spcAft>
                <a:spcPts val="0"/>
              </a:spcAft>
              <a:buClr>
                <a:schemeClr val="lt1"/>
              </a:buClr>
              <a:buSzPts val="3000"/>
              <a:buFont typeface="Space Grotesk"/>
              <a:buNone/>
              <a:defRPr sz="3000">
                <a:solidFill>
                  <a:schemeClr val="lt1"/>
                </a:solidFill>
              </a:defRPr>
            </a:lvl8pPr>
            <a:lvl9pPr lvl="8">
              <a:spcBef>
                <a:spcPts val="0"/>
              </a:spcBef>
              <a:spcAft>
                <a:spcPts val="0"/>
              </a:spcAft>
              <a:buClr>
                <a:schemeClr val="lt1"/>
              </a:buClr>
              <a:buSzPts val="3000"/>
              <a:buFont typeface="Space Grotesk"/>
              <a:buNone/>
              <a:defRPr sz="3000">
                <a:solidFill>
                  <a:schemeClr val="lt1"/>
                </a:solidFill>
              </a:defRPr>
            </a:lvl9pPr>
          </a:lstStyle>
          <a:p/>
        </p:txBody>
      </p:sp>
      <p:sp>
        <p:nvSpPr>
          <p:cNvPr id="158" name="Google Shape;158;p24"/>
          <p:cNvSpPr txBox="1"/>
          <p:nvPr>
            <p:ph idx="1" type="subTitle"/>
          </p:nvPr>
        </p:nvSpPr>
        <p:spPr>
          <a:xfrm>
            <a:off x="424150" y="3421400"/>
            <a:ext cx="1553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59" name="Google Shape;159;p24"/>
          <p:cNvSpPr txBox="1"/>
          <p:nvPr>
            <p:ph idx="6" type="subTitle"/>
          </p:nvPr>
        </p:nvSpPr>
        <p:spPr>
          <a:xfrm>
            <a:off x="424100" y="3658825"/>
            <a:ext cx="14253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60" name="Google Shape;160;p24"/>
          <p:cNvSpPr txBox="1"/>
          <p:nvPr>
            <p:ph idx="7" type="subTitle"/>
          </p:nvPr>
        </p:nvSpPr>
        <p:spPr>
          <a:xfrm>
            <a:off x="2676825" y="3421400"/>
            <a:ext cx="1553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61" name="Google Shape;161;p24"/>
          <p:cNvSpPr txBox="1"/>
          <p:nvPr>
            <p:ph idx="8" type="subTitle"/>
          </p:nvPr>
        </p:nvSpPr>
        <p:spPr>
          <a:xfrm>
            <a:off x="2676775" y="3658825"/>
            <a:ext cx="14253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62" name="Google Shape;162;p24"/>
          <p:cNvSpPr txBox="1"/>
          <p:nvPr>
            <p:ph idx="9" type="subTitle"/>
          </p:nvPr>
        </p:nvSpPr>
        <p:spPr>
          <a:xfrm>
            <a:off x="4921475" y="3421400"/>
            <a:ext cx="1553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63" name="Google Shape;163;p24"/>
          <p:cNvSpPr txBox="1"/>
          <p:nvPr>
            <p:ph idx="13" type="subTitle"/>
          </p:nvPr>
        </p:nvSpPr>
        <p:spPr>
          <a:xfrm>
            <a:off x="4921425" y="3658825"/>
            <a:ext cx="14253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64" name="Google Shape;164;p24"/>
          <p:cNvSpPr txBox="1"/>
          <p:nvPr>
            <p:ph idx="14" type="subTitle"/>
          </p:nvPr>
        </p:nvSpPr>
        <p:spPr>
          <a:xfrm>
            <a:off x="7182175" y="3421400"/>
            <a:ext cx="1553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65" name="Google Shape;165;p24"/>
          <p:cNvSpPr txBox="1"/>
          <p:nvPr>
            <p:ph idx="15" type="subTitle"/>
          </p:nvPr>
        </p:nvSpPr>
        <p:spPr>
          <a:xfrm>
            <a:off x="7182125" y="3658825"/>
            <a:ext cx="14253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body">
  <p:cSld name="BLANK_1_1_1_1_2">
    <p:bg>
      <p:bgPr>
        <a:gradFill>
          <a:gsLst>
            <a:gs pos="0">
              <a:schemeClr val="accent4"/>
            </a:gs>
            <a:gs pos="100000">
              <a:schemeClr val="dk1"/>
            </a:gs>
          </a:gsLst>
          <a:path path="circle">
            <a:fillToRect b="50%" l="50%" r="50%" t="50%"/>
          </a:path>
          <a:tileRect/>
        </a:gradFill>
      </p:bgPr>
    </p:bg>
    <p:spTree>
      <p:nvGrpSpPr>
        <p:cNvPr id="166" name="Shape 166"/>
        <p:cNvGrpSpPr/>
        <p:nvPr/>
      </p:nvGrpSpPr>
      <p:grpSpPr>
        <a:xfrm>
          <a:off x="0" y="0"/>
          <a:ext cx="0" cy="0"/>
          <a:chOff x="0" y="0"/>
          <a:chExt cx="0" cy="0"/>
        </a:xfrm>
      </p:grpSpPr>
      <p:sp>
        <p:nvSpPr>
          <p:cNvPr id="167" name="Google Shape;167;p25"/>
          <p:cNvSpPr txBox="1"/>
          <p:nvPr>
            <p:ph type="title"/>
          </p:nvPr>
        </p:nvSpPr>
        <p:spPr>
          <a:xfrm>
            <a:off x="212450" y="177900"/>
            <a:ext cx="64470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2"/>
                </a:solidFill>
              </a:defRPr>
            </a:lvl1pPr>
            <a:lvl2pPr lvl="1">
              <a:lnSpc>
                <a:spcPct val="115000"/>
              </a:lnSpc>
              <a:spcBef>
                <a:spcPts val="0"/>
              </a:spcBef>
              <a:spcAft>
                <a:spcPts val="0"/>
              </a:spcAft>
              <a:buNone/>
              <a:defRPr sz="3000">
                <a:solidFill>
                  <a:schemeClr val="accent2"/>
                </a:solidFill>
              </a:defRPr>
            </a:lvl2pPr>
            <a:lvl3pPr lvl="2">
              <a:lnSpc>
                <a:spcPct val="115000"/>
              </a:lnSpc>
              <a:spcBef>
                <a:spcPts val="0"/>
              </a:spcBef>
              <a:spcAft>
                <a:spcPts val="0"/>
              </a:spcAft>
              <a:buNone/>
              <a:defRPr sz="3000">
                <a:solidFill>
                  <a:schemeClr val="accent2"/>
                </a:solidFill>
              </a:defRPr>
            </a:lvl3pPr>
            <a:lvl4pPr lvl="3">
              <a:lnSpc>
                <a:spcPct val="115000"/>
              </a:lnSpc>
              <a:spcBef>
                <a:spcPts val="0"/>
              </a:spcBef>
              <a:spcAft>
                <a:spcPts val="0"/>
              </a:spcAft>
              <a:buNone/>
              <a:defRPr sz="3000">
                <a:solidFill>
                  <a:schemeClr val="accent2"/>
                </a:solidFill>
              </a:defRPr>
            </a:lvl4pPr>
            <a:lvl5pPr lvl="4">
              <a:lnSpc>
                <a:spcPct val="115000"/>
              </a:lnSpc>
              <a:spcBef>
                <a:spcPts val="0"/>
              </a:spcBef>
              <a:spcAft>
                <a:spcPts val="0"/>
              </a:spcAft>
              <a:buNone/>
              <a:defRPr sz="3000">
                <a:solidFill>
                  <a:schemeClr val="accent2"/>
                </a:solidFill>
              </a:defRPr>
            </a:lvl5pPr>
            <a:lvl6pPr lvl="5">
              <a:lnSpc>
                <a:spcPct val="115000"/>
              </a:lnSpc>
              <a:spcBef>
                <a:spcPts val="0"/>
              </a:spcBef>
              <a:spcAft>
                <a:spcPts val="0"/>
              </a:spcAft>
              <a:buNone/>
              <a:defRPr sz="3000">
                <a:solidFill>
                  <a:schemeClr val="accent2"/>
                </a:solidFill>
              </a:defRPr>
            </a:lvl6pPr>
            <a:lvl7pPr lvl="6">
              <a:lnSpc>
                <a:spcPct val="115000"/>
              </a:lnSpc>
              <a:spcBef>
                <a:spcPts val="0"/>
              </a:spcBef>
              <a:spcAft>
                <a:spcPts val="0"/>
              </a:spcAft>
              <a:buNone/>
              <a:defRPr sz="3000">
                <a:solidFill>
                  <a:schemeClr val="accent2"/>
                </a:solidFill>
              </a:defRPr>
            </a:lvl7pPr>
            <a:lvl8pPr lvl="7">
              <a:lnSpc>
                <a:spcPct val="115000"/>
              </a:lnSpc>
              <a:spcBef>
                <a:spcPts val="0"/>
              </a:spcBef>
              <a:spcAft>
                <a:spcPts val="0"/>
              </a:spcAft>
              <a:buNone/>
              <a:defRPr sz="3000">
                <a:solidFill>
                  <a:schemeClr val="accent2"/>
                </a:solidFill>
              </a:defRPr>
            </a:lvl8pPr>
            <a:lvl9pPr lvl="8">
              <a:lnSpc>
                <a:spcPct val="115000"/>
              </a:lnSpc>
              <a:spcBef>
                <a:spcPts val="0"/>
              </a:spcBef>
              <a:spcAft>
                <a:spcPts val="0"/>
              </a:spcAft>
              <a:buNone/>
              <a:defRPr sz="3000">
                <a:solidFill>
                  <a:schemeClr val="accent2"/>
                </a:solidFill>
              </a:defRPr>
            </a:lvl9pPr>
          </a:lstStyle>
          <a:p/>
        </p:txBody>
      </p:sp>
      <p:cxnSp>
        <p:nvCxnSpPr>
          <p:cNvPr id="168" name="Google Shape;168;p25"/>
          <p:cNvCxnSpPr/>
          <p:nvPr/>
        </p:nvCxnSpPr>
        <p:spPr>
          <a:xfrm>
            <a:off x="228600" y="627300"/>
            <a:ext cx="440700" cy="0"/>
          </a:xfrm>
          <a:prstGeom prst="straightConnector1">
            <a:avLst/>
          </a:prstGeom>
          <a:noFill/>
          <a:ln cap="flat" cmpd="sng" w="19050">
            <a:solidFill>
              <a:schemeClr val="accent2"/>
            </a:solidFill>
            <a:prstDash val="solid"/>
            <a:round/>
            <a:headEnd len="med" w="med" type="none"/>
            <a:tailEnd len="med" w="med" type="none"/>
          </a:ln>
        </p:spPr>
      </p:cxnSp>
      <p:sp>
        <p:nvSpPr>
          <p:cNvPr id="169" name="Google Shape;169;p25"/>
          <p:cNvSpPr txBox="1"/>
          <p:nvPr>
            <p:ph idx="1" type="body"/>
          </p:nvPr>
        </p:nvSpPr>
        <p:spPr>
          <a:xfrm>
            <a:off x="228600" y="1343100"/>
            <a:ext cx="4390500" cy="1120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170" name="Google Shape;170;p25"/>
          <p:cNvSpPr txBox="1"/>
          <p:nvPr>
            <p:ph idx="2" type="subTitle"/>
          </p:nvPr>
        </p:nvSpPr>
        <p:spPr>
          <a:xfrm>
            <a:off x="230434" y="881700"/>
            <a:ext cx="6447000" cy="554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Quotes - Alt 1">
  <p:cSld name="BLANK_1_1_1_1_2_1_1">
    <p:bg>
      <p:bgPr>
        <a:gradFill>
          <a:gsLst>
            <a:gs pos="0">
              <a:schemeClr val="accent4"/>
            </a:gs>
            <a:gs pos="100000">
              <a:schemeClr val="dk1"/>
            </a:gs>
          </a:gsLst>
          <a:path path="circle">
            <a:fillToRect b="50%" l="50%" r="50%" t="50%"/>
          </a:path>
          <a:tileRect/>
        </a:gradFill>
      </p:bgPr>
    </p:bg>
    <p:spTree>
      <p:nvGrpSpPr>
        <p:cNvPr id="171" name="Shape 171"/>
        <p:cNvGrpSpPr/>
        <p:nvPr/>
      </p:nvGrpSpPr>
      <p:grpSpPr>
        <a:xfrm>
          <a:off x="0" y="0"/>
          <a:ext cx="0" cy="0"/>
          <a:chOff x="0" y="0"/>
          <a:chExt cx="0" cy="0"/>
        </a:xfrm>
      </p:grpSpPr>
      <p:sp>
        <p:nvSpPr>
          <p:cNvPr id="172" name="Google Shape;172;p26"/>
          <p:cNvSpPr/>
          <p:nvPr>
            <p:ph idx="2" type="pic"/>
          </p:nvPr>
        </p:nvSpPr>
        <p:spPr>
          <a:xfrm>
            <a:off x="468925" y="3643975"/>
            <a:ext cx="686400" cy="686400"/>
          </a:xfrm>
          <a:prstGeom prst="rect">
            <a:avLst/>
          </a:prstGeom>
          <a:noFill/>
          <a:ln>
            <a:noFill/>
          </a:ln>
        </p:spPr>
      </p:sp>
      <p:sp>
        <p:nvSpPr>
          <p:cNvPr id="173" name="Google Shape;173;p26"/>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2"/>
                </a:solidFill>
              </a:defRPr>
            </a:lvl1pPr>
            <a:lvl2pPr lvl="1">
              <a:lnSpc>
                <a:spcPct val="115000"/>
              </a:lnSpc>
              <a:spcBef>
                <a:spcPts val="0"/>
              </a:spcBef>
              <a:spcAft>
                <a:spcPts val="0"/>
              </a:spcAft>
              <a:buNone/>
              <a:defRPr sz="3000">
                <a:solidFill>
                  <a:schemeClr val="accent2"/>
                </a:solidFill>
              </a:defRPr>
            </a:lvl2pPr>
            <a:lvl3pPr lvl="2">
              <a:lnSpc>
                <a:spcPct val="115000"/>
              </a:lnSpc>
              <a:spcBef>
                <a:spcPts val="0"/>
              </a:spcBef>
              <a:spcAft>
                <a:spcPts val="0"/>
              </a:spcAft>
              <a:buNone/>
              <a:defRPr sz="3000">
                <a:solidFill>
                  <a:schemeClr val="accent2"/>
                </a:solidFill>
              </a:defRPr>
            </a:lvl3pPr>
            <a:lvl4pPr lvl="3">
              <a:lnSpc>
                <a:spcPct val="115000"/>
              </a:lnSpc>
              <a:spcBef>
                <a:spcPts val="0"/>
              </a:spcBef>
              <a:spcAft>
                <a:spcPts val="0"/>
              </a:spcAft>
              <a:buNone/>
              <a:defRPr sz="3000">
                <a:solidFill>
                  <a:schemeClr val="accent2"/>
                </a:solidFill>
              </a:defRPr>
            </a:lvl4pPr>
            <a:lvl5pPr lvl="4">
              <a:lnSpc>
                <a:spcPct val="115000"/>
              </a:lnSpc>
              <a:spcBef>
                <a:spcPts val="0"/>
              </a:spcBef>
              <a:spcAft>
                <a:spcPts val="0"/>
              </a:spcAft>
              <a:buNone/>
              <a:defRPr sz="3000">
                <a:solidFill>
                  <a:schemeClr val="accent2"/>
                </a:solidFill>
              </a:defRPr>
            </a:lvl5pPr>
            <a:lvl6pPr lvl="5">
              <a:lnSpc>
                <a:spcPct val="115000"/>
              </a:lnSpc>
              <a:spcBef>
                <a:spcPts val="0"/>
              </a:spcBef>
              <a:spcAft>
                <a:spcPts val="0"/>
              </a:spcAft>
              <a:buNone/>
              <a:defRPr sz="3000">
                <a:solidFill>
                  <a:schemeClr val="accent2"/>
                </a:solidFill>
              </a:defRPr>
            </a:lvl6pPr>
            <a:lvl7pPr lvl="6">
              <a:lnSpc>
                <a:spcPct val="115000"/>
              </a:lnSpc>
              <a:spcBef>
                <a:spcPts val="0"/>
              </a:spcBef>
              <a:spcAft>
                <a:spcPts val="0"/>
              </a:spcAft>
              <a:buNone/>
              <a:defRPr sz="3000">
                <a:solidFill>
                  <a:schemeClr val="accent2"/>
                </a:solidFill>
              </a:defRPr>
            </a:lvl7pPr>
            <a:lvl8pPr lvl="7">
              <a:lnSpc>
                <a:spcPct val="115000"/>
              </a:lnSpc>
              <a:spcBef>
                <a:spcPts val="0"/>
              </a:spcBef>
              <a:spcAft>
                <a:spcPts val="0"/>
              </a:spcAft>
              <a:buNone/>
              <a:defRPr sz="3000">
                <a:solidFill>
                  <a:schemeClr val="accent2"/>
                </a:solidFill>
              </a:defRPr>
            </a:lvl8pPr>
            <a:lvl9pPr lvl="8">
              <a:lnSpc>
                <a:spcPct val="115000"/>
              </a:lnSpc>
              <a:spcBef>
                <a:spcPts val="0"/>
              </a:spcBef>
              <a:spcAft>
                <a:spcPts val="0"/>
              </a:spcAft>
              <a:buNone/>
              <a:defRPr sz="3000">
                <a:solidFill>
                  <a:schemeClr val="accent2"/>
                </a:solidFill>
              </a:defRPr>
            </a:lvl9pPr>
          </a:lstStyle>
          <a:p/>
        </p:txBody>
      </p:sp>
      <p:sp>
        <p:nvSpPr>
          <p:cNvPr id="174" name="Google Shape;174;p26"/>
          <p:cNvSpPr txBox="1"/>
          <p:nvPr>
            <p:ph idx="1" type="body"/>
          </p:nvPr>
        </p:nvSpPr>
        <p:spPr>
          <a:xfrm>
            <a:off x="228600" y="1343100"/>
            <a:ext cx="4390500" cy="1120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175" name="Google Shape;175;p26"/>
          <p:cNvSpPr txBox="1"/>
          <p:nvPr>
            <p:ph idx="3" type="subTitle"/>
          </p:nvPr>
        </p:nvSpPr>
        <p:spPr>
          <a:xfrm>
            <a:off x="228600" y="881700"/>
            <a:ext cx="8686800" cy="554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176" name="Google Shape;176;p26"/>
          <p:cNvSpPr txBox="1"/>
          <p:nvPr>
            <p:ph idx="4" type="subTitle"/>
          </p:nvPr>
        </p:nvSpPr>
        <p:spPr>
          <a:xfrm>
            <a:off x="1326075" y="3653375"/>
            <a:ext cx="2902200" cy="619800"/>
          </a:xfrm>
          <a:prstGeom prst="rect">
            <a:avLst/>
          </a:prstGeom>
        </p:spPr>
        <p:txBody>
          <a:bodyPr anchorCtr="0" anchor="t" bIns="0" lIns="0" spcFirstLastPara="1" rIns="0" wrap="square" tIns="0">
            <a:sp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77" name="Google Shape;177;p26"/>
          <p:cNvSpPr txBox="1"/>
          <p:nvPr>
            <p:ph idx="5" type="subTitle"/>
          </p:nvPr>
        </p:nvSpPr>
        <p:spPr>
          <a:xfrm>
            <a:off x="1334825" y="4491500"/>
            <a:ext cx="2902200" cy="209700"/>
          </a:xfrm>
          <a:prstGeom prst="rect">
            <a:avLst/>
          </a:prstGeom>
        </p:spPr>
        <p:txBody>
          <a:bodyPr anchorCtr="0" anchor="t" bIns="0" lIns="0" spcFirstLastPara="1" rIns="0" wrap="square" tIns="0">
            <a:sp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178" name="Google Shape;178;p26"/>
          <p:cNvSpPr/>
          <p:nvPr>
            <p:ph idx="6" type="pic"/>
          </p:nvPr>
        </p:nvSpPr>
        <p:spPr>
          <a:xfrm>
            <a:off x="4909975" y="3643975"/>
            <a:ext cx="686400" cy="686400"/>
          </a:xfrm>
          <a:prstGeom prst="rect">
            <a:avLst/>
          </a:prstGeom>
          <a:noFill/>
          <a:ln>
            <a:noFill/>
          </a:ln>
        </p:spPr>
      </p:sp>
      <p:sp>
        <p:nvSpPr>
          <p:cNvPr id="179" name="Google Shape;179;p26"/>
          <p:cNvSpPr txBox="1"/>
          <p:nvPr>
            <p:ph idx="7" type="subTitle"/>
          </p:nvPr>
        </p:nvSpPr>
        <p:spPr>
          <a:xfrm>
            <a:off x="5764775" y="3653375"/>
            <a:ext cx="2902200" cy="619800"/>
          </a:xfrm>
          <a:prstGeom prst="rect">
            <a:avLst/>
          </a:prstGeom>
        </p:spPr>
        <p:txBody>
          <a:bodyPr anchorCtr="0" anchor="t" bIns="0" lIns="0" spcFirstLastPara="1" rIns="0" wrap="square" tIns="0">
            <a:sp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80" name="Google Shape;180;p26"/>
          <p:cNvSpPr txBox="1"/>
          <p:nvPr>
            <p:ph idx="8" type="subTitle"/>
          </p:nvPr>
        </p:nvSpPr>
        <p:spPr>
          <a:xfrm>
            <a:off x="5773525" y="4491500"/>
            <a:ext cx="2902200" cy="209700"/>
          </a:xfrm>
          <a:prstGeom prst="rect">
            <a:avLst/>
          </a:prstGeom>
        </p:spPr>
        <p:txBody>
          <a:bodyPr anchorCtr="0" anchor="t" bIns="0" lIns="0" spcFirstLastPara="1" rIns="0" wrap="square" tIns="0">
            <a:sp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gradFill>
          <a:gsLst>
            <a:gs pos="0">
              <a:schemeClr val="accent4"/>
            </a:gs>
            <a:gs pos="100000">
              <a:schemeClr val="dk1"/>
            </a:gs>
          </a:gsLst>
          <a:lin ang="16200038" scaled="0"/>
        </a:gradFill>
      </p:bgPr>
    </p:bg>
    <p:spTree>
      <p:nvGrpSpPr>
        <p:cNvPr id="181" name="Shape 181"/>
        <p:cNvGrpSpPr/>
        <p:nvPr/>
      </p:nvGrpSpPr>
      <p:grpSpPr>
        <a:xfrm>
          <a:off x="0" y="0"/>
          <a:ext cx="0" cy="0"/>
          <a:chOff x="0" y="0"/>
          <a:chExt cx="0" cy="0"/>
        </a:xfrm>
      </p:grpSpPr>
      <p:sp>
        <p:nvSpPr>
          <p:cNvPr id="182" name="Google Shape;182;p27"/>
          <p:cNvSpPr/>
          <p:nvPr/>
        </p:nvSpPr>
        <p:spPr>
          <a:xfrm rot="10800000">
            <a:off x="-533850" y="726875"/>
            <a:ext cx="5915100" cy="5915100"/>
          </a:xfrm>
          <a:prstGeom prst="ellipse">
            <a:avLst/>
          </a:prstGeom>
          <a:gradFill>
            <a:gsLst>
              <a:gs pos="0">
                <a:schemeClr val="accent4"/>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3" name="Google Shape;183;p27"/>
          <p:cNvSpPr/>
          <p:nvPr/>
        </p:nvSpPr>
        <p:spPr>
          <a:xfrm>
            <a:off x="3370825" y="-960900"/>
            <a:ext cx="2762400" cy="2762400"/>
          </a:xfrm>
          <a:prstGeom prst="ellipse">
            <a:avLst/>
          </a:prstGeom>
          <a:gradFill>
            <a:gsLst>
              <a:gs pos="0">
                <a:schemeClr val="accent4"/>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4" name="Google Shape;184;p27"/>
          <p:cNvSpPr/>
          <p:nvPr/>
        </p:nvSpPr>
        <p:spPr>
          <a:xfrm>
            <a:off x="7959600" y="2651706"/>
            <a:ext cx="1184400" cy="1184400"/>
          </a:xfrm>
          <a:prstGeom prst="ellipse">
            <a:avLst/>
          </a:prstGeom>
          <a:gradFill>
            <a:gsLst>
              <a:gs pos="0">
                <a:schemeClr val="accent4"/>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5" name="Google Shape;185;p27"/>
          <p:cNvSpPr/>
          <p:nvPr/>
        </p:nvSpPr>
        <p:spPr>
          <a:xfrm rot="5400000">
            <a:off x="8226006" y="4222931"/>
            <a:ext cx="24300" cy="1354500"/>
          </a:xfrm>
          <a:prstGeom prst="rect">
            <a:avLst/>
          </a:prstGeom>
          <a:gradFill>
            <a:gsLst>
              <a:gs pos="0">
                <a:schemeClr val="accen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6" name="Google Shape;186;p27"/>
          <p:cNvSpPr/>
          <p:nvPr/>
        </p:nvSpPr>
        <p:spPr>
          <a:xfrm flipH="1" rot="-5400000">
            <a:off x="5305483" y="4527881"/>
            <a:ext cx="24300" cy="744600"/>
          </a:xfrm>
          <a:prstGeom prst="rect">
            <a:avLst/>
          </a:prstGeom>
          <a:gradFill>
            <a:gsLst>
              <a:gs pos="0">
                <a:schemeClr val="accen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7" name="Google Shape;187;p27"/>
          <p:cNvSpPr/>
          <p:nvPr/>
        </p:nvSpPr>
        <p:spPr>
          <a:xfrm rot="5400000">
            <a:off x="6836506" y="488803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8" name="Google Shape;188;p27"/>
          <p:cNvSpPr/>
          <p:nvPr/>
        </p:nvSpPr>
        <p:spPr>
          <a:xfrm rot="5400000">
            <a:off x="4231694" y="488803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9" name="Google Shape;189;p27"/>
          <p:cNvSpPr/>
          <p:nvPr/>
        </p:nvSpPr>
        <p:spPr>
          <a:xfrm rot="5400000">
            <a:off x="6618644" y="488803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0" name="Google Shape;190;p27"/>
          <p:cNvSpPr/>
          <p:nvPr/>
        </p:nvSpPr>
        <p:spPr>
          <a:xfrm rot="5400000">
            <a:off x="3164781" y="4222931"/>
            <a:ext cx="24300" cy="1354500"/>
          </a:xfrm>
          <a:prstGeom prst="rect">
            <a:avLst/>
          </a:prstGeom>
          <a:gradFill>
            <a:gsLst>
              <a:gs pos="0">
                <a:schemeClr val="accen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1" name="Google Shape;191;p27"/>
          <p:cNvSpPr/>
          <p:nvPr/>
        </p:nvSpPr>
        <p:spPr>
          <a:xfrm flipH="1" rot="-5400000">
            <a:off x="531076" y="4586075"/>
            <a:ext cx="24300" cy="628200"/>
          </a:xfrm>
          <a:prstGeom prst="rect">
            <a:avLst/>
          </a:prstGeom>
          <a:gradFill>
            <a:gsLst>
              <a:gs pos="0">
                <a:schemeClr val="accen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2" name="Google Shape;192;p27"/>
          <p:cNvSpPr/>
          <p:nvPr/>
        </p:nvSpPr>
        <p:spPr>
          <a:xfrm rot="5400000">
            <a:off x="6400806" y="488803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3" name="Google Shape;193;p27"/>
          <p:cNvSpPr/>
          <p:nvPr/>
        </p:nvSpPr>
        <p:spPr>
          <a:xfrm rot="5400000">
            <a:off x="1557419" y="488803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4" name="Google Shape;194;p27"/>
          <p:cNvSpPr txBox="1"/>
          <p:nvPr>
            <p:ph type="title"/>
          </p:nvPr>
        </p:nvSpPr>
        <p:spPr>
          <a:xfrm>
            <a:off x="977700" y="1410450"/>
            <a:ext cx="7188600" cy="2322600"/>
          </a:xfrm>
          <a:prstGeom prst="rect">
            <a:avLst/>
          </a:prstGeom>
        </p:spPr>
        <p:txBody>
          <a:bodyPr anchorCtr="0" anchor="ctr" bIns="0" lIns="0" spcFirstLastPara="1" rIns="0" wrap="square" tIns="0">
            <a:noAutofit/>
          </a:bodyPr>
          <a:lstStyle>
            <a:lvl1pPr lvl="0" algn="ctr">
              <a:spcBef>
                <a:spcPts val="0"/>
              </a:spcBef>
              <a:spcAft>
                <a:spcPts val="0"/>
              </a:spcAft>
              <a:buNone/>
              <a:defRPr>
                <a:latin typeface="Space Grotesk Light"/>
                <a:ea typeface="Space Grotesk Light"/>
                <a:cs typeface="Space Grotesk Light"/>
                <a:sym typeface="Space Grotesk Light"/>
              </a:defRPr>
            </a:lvl1pPr>
            <a:lvl2pPr lvl="1" algn="ctr">
              <a:spcBef>
                <a:spcPts val="0"/>
              </a:spcBef>
              <a:spcAft>
                <a:spcPts val="0"/>
              </a:spcAft>
              <a:buNone/>
              <a:defRPr>
                <a:latin typeface="Space Grotesk Light"/>
                <a:ea typeface="Space Grotesk Light"/>
                <a:cs typeface="Space Grotesk Light"/>
                <a:sym typeface="Space Grotesk Light"/>
              </a:defRPr>
            </a:lvl2pPr>
            <a:lvl3pPr lvl="2" algn="ctr">
              <a:spcBef>
                <a:spcPts val="0"/>
              </a:spcBef>
              <a:spcAft>
                <a:spcPts val="0"/>
              </a:spcAft>
              <a:buNone/>
              <a:defRPr>
                <a:latin typeface="Space Grotesk Light"/>
                <a:ea typeface="Space Grotesk Light"/>
                <a:cs typeface="Space Grotesk Light"/>
                <a:sym typeface="Space Grotesk Light"/>
              </a:defRPr>
            </a:lvl3pPr>
            <a:lvl4pPr lvl="3" algn="ctr">
              <a:spcBef>
                <a:spcPts val="0"/>
              </a:spcBef>
              <a:spcAft>
                <a:spcPts val="0"/>
              </a:spcAft>
              <a:buNone/>
              <a:defRPr>
                <a:latin typeface="Space Grotesk Light"/>
                <a:ea typeface="Space Grotesk Light"/>
                <a:cs typeface="Space Grotesk Light"/>
                <a:sym typeface="Space Grotesk Light"/>
              </a:defRPr>
            </a:lvl4pPr>
            <a:lvl5pPr lvl="4" algn="ctr">
              <a:spcBef>
                <a:spcPts val="0"/>
              </a:spcBef>
              <a:spcAft>
                <a:spcPts val="0"/>
              </a:spcAft>
              <a:buNone/>
              <a:defRPr>
                <a:latin typeface="Space Grotesk Light"/>
                <a:ea typeface="Space Grotesk Light"/>
                <a:cs typeface="Space Grotesk Light"/>
                <a:sym typeface="Space Grotesk Light"/>
              </a:defRPr>
            </a:lvl5pPr>
            <a:lvl6pPr lvl="5" algn="ctr">
              <a:spcBef>
                <a:spcPts val="0"/>
              </a:spcBef>
              <a:spcAft>
                <a:spcPts val="0"/>
              </a:spcAft>
              <a:buNone/>
              <a:defRPr>
                <a:latin typeface="Space Grotesk Light"/>
                <a:ea typeface="Space Grotesk Light"/>
                <a:cs typeface="Space Grotesk Light"/>
                <a:sym typeface="Space Grotesk Light"/>
              </a:defRPr>
            </a:lvl6pPr>
            <a:lvl7pPr lvl="6" algn="ctr">
              <a:spcBef>
                <a:spcPts val="0"/>
              </a:spcBef>
              <a:spcAft>
                <a:spcPts val="0"/>
              </a:spcAft>
              <a:buNone/>
              <a:defRPr>
                <a:latin typeface="Space Grotesk Light"/>
                <a:ea typeface="Space Grotesk Light"/>
                <a:cs typeface="Space Grotesk Light"/>
                <a:sym typeface="Space Grotesk Light"/>
              </a:defRPr>
            </a:lvl7pPr>
            <a:lvl8pPr lvl="7" algn="ctr">
              <a:spcBef>
                <a:spcPts val="0"/>
              </a:spcBef>
              <a:spcAft>
                <a:spcPts val="0"/>
              </a:spcAft>
              <a:buNone/>
              <a:defRPr>
                <a:latin typeface="Space Grotesk Light"/>
                <a:ea typeface="Space Grotesk Light"/>
                <a:cs typeface="Space Grotesk Light"/>
                <a:sym typeface="Space Grotesk Light"/>
              </a:defRPr>
            </a:lvl8pPr>
            <a:lvl9pPr lvl="8" algn="ctr">
              <a:spcBef>
                <a:spcPts val="0"/>
              </a:spcBef>
              <a:spcAft>
                <a:spcPts val="0"/>
              </a:spcAft>
              <a:buNone/>
              <a:defRPr>
                <a:latin typeface="Space Grotesk Light"/>
                <a:ea typeface="Space Grotesk Light"/>
                <a:cs typeface="Space Grotesk Light"/>
                <a:sym typeface="Space Grotesk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p:cSld name="BLANK_1_1_1_1_1_1_1">
    <p:spTree>
      <p:nvGrpSpPr>
        <p:cNvPr id="195" name="Shape 195"/>
        <p:cNvGrpSpPr/>
        <p:nvPr/>
      </p:nvGrpSpPr>
      <p:grpSpPr>
        <a:xfrm>
          <a:off x="0" y="0"/>
          <a:ext cx="0" cy="0"/>
          <a:chOff x="0" y="0"/>
          <a:chExt cx="0" cy="0"/>
        </a:xfrm>
      </p:grpSpPr>
      <p:sp>
        <p:nvSpPr>
          <p:cNvPr id="196" name="Google Shape;196;p28"/>
          <p:cNvSpPr/>
          <p:nvPr/>
        </p:nvSpPr>
        <p:spPr>
          <a:xfrm rot="-8920466">
            <a:off x="2599338" y="503023"/>
            <a:ext cx="5915173" cy="5915173"/>
          </a:xfrm>
          <a:prstGeom prst="ellipse">
            <a:avLst/>
          </a:prstGeom>
          <a:gradFill>
            <a:gsLst>
              <a:gs pos="0">
                <a:schemeClr val="accent4"/>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197" name="Google Shape;197;p28"/>
          <p:cNvSpPr txBox="1"/>
          <p:nvPr>
            <p:ph idx="1" type="subTitle"/>
          </p:nvPr>
        </p:nvSpPr>
        <p:spPr>
          <a:xfrm>
            <a:off x="3237075" y="4074650"/>
            <a:ext cx="2669700" cy="369300"/>
          </a:xfrm>
          <a:prstGeom prst="rect">
            <a:avLst/>
          </a:prstGeom>
        </p:spPr>
        <p:txBody>
          <a:bodyPr anchorCtr="0" anchor="ctr" bIns="0" lIns="0" spcFirstLastPara="1" rIns="0" wrap="square" tIns="0">
            <a:noAutofit/>
          </a:bodyPr>
          <a:lstStyle>
            <a:lvl1pPr lvl="0"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1pPr>
            <a:lvl2pPr lvl="1"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2pPr>
            <a:lvl3pPr lvl="2"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3pPr>
            <a:lvl4pPr lvl="3"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4pPr>
            <a:lvl5pPr lvl="4"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5pPr>
            <a:lvl6pPr lvl="5"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6pPr>
            <a:lvl7pPr lvl="6"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7pPr>
            <a:lvl8pPr lvl="7"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8pPr>
            <a:lvl9pPr lvl="8"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9pPr>
          </a:lstStyle>
          <a:p/>
        </p:txBody>
      </p:sp>
      <p:sp>
        <p:nvSpPr>
          <p:cNvPr id="198" name="Google Shape;198;p28"/>
          <p:cNvSpPr/>
          <p:nvPr/>
        </p:nvSpPr>
        <p:spPr>
          <a:xfrm rot="-8920806">
            <a:off x="581601" y="399117"/>
            <a:ext cx="1887207" cy="1887207"/>
          </a:xfrm>
          <a:prstGeom prst="ellipse">
            <a:avLst/>
          </a:prstGeom>
          <a:gradFill>
            <a:gsLst>
              <a:gs pos="0">
                <a:schemeClr val="accent4"/>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199" name="Google Shape;199;p28"/>
          <p:cNvSpPr txBox="1"/>
          <p:nvPr>
            <p:ph type="title"/>
          </p:nvPr>
        </p:nvSpPr>
        <p:spPr>
          <a:xfrm>
            <a:off x="1174800" y="1562850"/>
            <a:ext cx="6794400" cy="2322600"/>
          </a:xfrm>
          <a:prstGeom prst="rect">
            <a:avLst/>
          </a:prstGeom>
        </p:spPr>
        <p:txBody>
          <a:bodyPr anchorCtr="0" anchor="ctr" bIns="0" lIns="0" spcFirstLastPara="1" rIns="0" wrap="square" tIns="0">
            <a:noAutofit/>
          </a:bodyPr>
          <a:lstStyle>
            <a:lvl1pPr lvl="0" algn="ctr">
              <a:spcBef>
                <a:spcPts val="0"/>
              </a:spcBef>
              <a:spcAft>
                <a:spcPts val="0"/>
              </a:spcAft>
              <a:buNone/>
              <a:defRPr sz="3400">
                <a:latin typeface="Space Grotesk Light"/>
                <a:ea typeface="Space Grotesk Light"/>
                <a:cs typeface="Space Grotesk Light"/>
                <a:sym typeface="Space Grotesk Light"/>
              </a:defRPr>
            </a:lvl1pPr>
            <a:lvl2pPr lvl="1" algn="ctr">
              <a:spcBef>
                <a:spcPts val="0"/>
              </a:spcBef>
              <a:spcAft>
                <a:spcPts val="0"/>
              </a:spcAft>
              <a:buNone/>
              <a:defRPr sz="3400">
                <a:latin typeface="Space Grotesk Light"/>
                <a:ea typeface="Space Grotesk Light"/>
                <a:cs typeface="Space Grotesk Light"/>
                <a:sym typeface="Space Grotesk Light"/>
              </a:defRPr>
            </a:lvl2pPr>
            <a:lvl3pPr lvl="2" algn="ctr">
              <a:spcBef>
                <a:spcPts val="0"/>
              </a:spcBef>
              <a:spcAft>
                <a:spcPts val="0"/>
              </a:spcAft>
              <a:buNone/>
              <a:defRPr sz="3400">
                <a:latin typeface="Space Grotesk Light"/>
                <a:ea typeface="Space Grotesk Light"/>
                <a:cs typeface="Space Grotesk Light"/>
                <a:sym typeface="Space Grotesk Light"/>
              </a:defRPr>
            </a:lvl3pPr>
            <a:lvl4pPr lvl="3" algn="ctr">
              <a:spcBef>
                <a:spcPts val="0"/>
              </a:spcBef>
              <a:spcAft>
                <a:spcPts val="0"/>
              </a:spcAft>
              <a:buNone/>
              <a:defRPr sz="3400">
                <a:latin typeface="Space Grotesk Light"/>
                <a:ea typeface="Space Grotesk Light"/>
                <a:cs typeface="Space Grotesk Light"/>
                <a:sym typeface="Space Grotesk Light"/>
              </a:defRPr>
            </a:lvl4pPr>
            <a:lvl5pPr lvl="4" algn="ctr">
              <a:spcBef>
                <a:spcPts val="0"/>
              </a:spcBef>
              <a:spcAft>
                <a:spcPts val="0"/>
              </a:spcAft>
              <a:buNone/>
              <a:defRPr sz="3400">
                <a:latin typeface="Space Grotesk Light"/>
                <a:ea typeface="Space Grotesk Light"/>
                <a:cs typeface="Space Grotesk Light"/>
                <a:sym typeface="Space Grotesk Light"/>
              </a:defRPr>
            </a:lvl5pPr>
            <a:lvl6pPr lvl="5" algn="ctr">
              <a:spcBef>
                <a:spcPts val="0"/>
              </a:spcBef>
              <a:spcAft>
                <a:spcPts val="0"/>
              </a:spcAft>
              <a:buNone/>
              <a:defRPr sz="3400">
                <a:latin typeface="Space Grotesk Light"/>
                <a:ea typeface="Space Grotesk Light"/>
                <a:cs typeface="Space Grotesk Light"/>
                <a:sym typeface="Space Grotesk Light"/>
              </a:defRPr>
            </a:lvl6pPr>
            <a:lvl7pPr lvl="6" algn="ctr">
              <a:spcBef>
                <a:spcPts val="0"/>
              </a:spcBef>
              <a:spcAft>
                <a:spcPts val="0"/>
              </a:spcAft>
              <a:buNone/>
              <a:defRPr sz="3400">
                <a:latin typeface="Space Grotesk Light"/>
                <a:ea typeface="Space Grotesk Light"/>
                <a:cs typeface="Space Grotesk Light"/>
                <a:sym typeface="Space Grotesk Light"/>
              </a:defRPr>
            </a:lvl7pPr>
            <a:lvl8pPr lvl="7" algn="ctr">
              <a:spcBef>
                <a:spcPts val="0"/>
              </a:spcBef>
              <a:spcAft>
                <a:spcPts val="0"/>
              </a:spcAft>
              <a:buNone/>
              <a:defRPr sz="3400">
                <a:latin typeface="Space Grotesk Light"/>
                <a:ea typeface="Space Grotesk Light"/>
                <a:cs typeface="Space Grotesk Light"/>
                <a:sym typeface="Space Grotesk Light"/>
              </a:defRPr>
            </a:lvl8pPr>
            <a:lvl9pPr lvl="8" algn="ctr">
              <a:spcBef>
                <a:spcPts val="0"/>
              </a:spcBef>
              <a:spcAft>
                <a:spcPts val="0"/>
              </a:spcAft>
              <a:buNone/>
              <a:defRPr sz="3400">
                <a:latin typeface="Space Grotesk Light"/>
                <a:ea typeface="Space Grotesk Light"/>
                <a:cs typeface="Space Grotesk Light"/>
                <a:sym typeface="Space Grotesk Light"/>
              </a:defRPr>
            </a:lvl9pPr>
          </a:lstStyle>
          <a:p/>
        </p:txBody>
      </p:sp>
      <p:sp>
        <p:nvSpPr>
          <p:cNvPr id="200" name="Google Shape;200;p28"/>
          <p:cNvSpPr/>
          <p:nvPr/>
        </p:nvSpPr>
        <p:spPr>
          <a:xfrm>
            <a:off x="8891100" y="228600"/>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1" name="Google Shape;201;p28"/>
          <p:cNvSpPr/>
          <p:nvPr/>
        </p:nvSpPr>
        <p:spPr>
          <a:xfrm>
            <a:off x="8891100" y="446463"/>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2" name="Google Shape;202;p28"/>
          <p:cNvSpPr/>
          <p:nvPr/>
        </p:nvSpPr>
        <p:spPr>
          <a:xfrm rot="5400000">
            <a:off x="8673244" y="22863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3" name="Google Shape;203;p28"/>
          <p:cNvSpPr/>
          <p:nvPr/>
        </p:nvSpPr>
        <p:spPr>
          <a:xfrm rot="-5400000">
            <a:off x="228591" y="228603"/>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4" name="Google Shape;204;p28"/>
          <p:cNvSpPr/>
          <p:nvPr/>
        </p:nvSpPr>
        <p:spPr>
          <a:xfrm rot="-5400000">
            <a:off x="446453" y="228603"/>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5" name="Google Shape;205;p28"/>
          <p:cNvSpPr/>
          <p:nvPr/>
        </p:nvSpPr>
        <p:spPr>
          <a:xfrm>
            <a:off x="228622" y="446459"/>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6" name="Google Shape;206;p28"/>
          <p:cNvSpPr/>
          <p:nvPr/>
        </p:nvSpPr>
        <p:spPr>
          <a:xfrm rot="10800000">
            <a:off x="228591" y="4888025"/>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7" name="Google Shape;207;p28"/>
          <p:cNvSpPr/>
          <p:nvPr/>
        </p:nvSpPr>
        <p:spPr>
          <a:xfrm rot="10800000">
            <a:off x="228591" y="4670163"/>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8" name="Google Shape;208;p28"/>
          <p:cNvSpPr/>
          <p:nvPr/>
        </p:nvSpPr>
        <p:spPr>
          <a:xfrm rot="-5400000">
            <a:off x="446447" y="4887994"/>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9" name="Google Shape;209;p28"/>
          <p:cNvSpPr/>
          <p:nvPr/>
        </p:nvSpPr>
        <p:spPr>
          <a:xfrm rot="5400000">
            <a:off x="8891100" y="4888022"/>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0" name="Google Shape;210;p28"/>
          <p:cNvSpPr/>
          <p:nvPr/>
        </p:nvSpPr>
        <p:spPr>
          <a:xfrm rot="5400000">
            <a:off x="8673238" y="4888022"/>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1" name="Google Shape;211;p28"/>
          <p:cNvSpPr/>
          <p:nvPr/>
        </p:nvSpPr>
        <p:spPr>
          <a:xfrm rot="10800000">
            <a:off x="8891069" y="4670166"/>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2" name="Google Shape;212;p28"/>
          <p:cNvSpPr txBox="1"/>
          <p:nvPr>
            <p:ph idx="2" type="subTitle"/>
          </p:nvPr>
        </p:nvSpPr>
        <p:spPr>
          <a:xfrm>
            <a:off x="3237075" y="4300975"/>
            <a:ext cx="2669700" cy="3693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oboto"/>
              <a:buNone/>
              <a:defRPr sz="1000">
                <a:latin typeface="Roboto"/>
                <a:ea typeface="Roboto"/>
                <a:cs typeface="Roboto"/>
                <a:sym typeface="Roboto"/>
              </a:defRPr>
            </a:lvl1pPr>
            <a:lvl2pPr lvl="1" algn="ctr">
              <a:spcBef>
                <a:spcPts val="0"/>
              </a:spcBef>
              <a:spcAft>
                <a:spcPts val="0"/>
              </a:spcAft>
              <a:buClr>
                <a:schemeClr val="lt1"/>
              </a:buClr>
              <a:buSzPts val="1000"/>
              <a:buFont typeface="Roboto"/>
              <a:buNone/>
              <a:defRPr sz="1000">
                <a:latin typeface="Roboto"/>
                <a:ea typeface="Roboto"/>
                <a:cs typeface="Roboto"/>
                <a:sym typeface="Roboto"/>
              </a:defRPr>
            </a:lvl2pPr>
            <a:lvl3pPr lvl="2" algn="ctr">
              <a:spcBef>
                <a:spcPts val="0"/>
              </a:spcBef>
              <a:spcAft>
                <a:spcPts val="0"/>
              </a:spcAft>
              <a:buClr>
                <a:schemeClr val="lt1"/>
              </a:buClr>
              <a:buSzPts val="1000"/>
              <a:buFont typeface="Roboto"/>
              <a:buNone/>
              <a:defRPr sz="1000">
                <a:latin typeface="Roboto"/>
                <a:ea typeface="Roboto"/>
                <a:cs typeface="Roboto"/>
                <a:sym typeface="Roboto"/>
              </a:defRPr>
            </a:lvl3pPr>
            <a:lvl4pPr lvl="3" algn="ctr">
              <a:spcBef>
                <a:spcPts val="0"/>
              </a:spcBef>
              <a:spcAft>
                <a:spcPts val="0"/>
              </a:spcAft>
              <a:buClr>
                <a:schemeClr val="lt1"/>
              </a:buClr>
              <a:buSzPts val="1000"/>
              <a:buFont typeface="Roboto"/>
              <a:buNone/>
              <a:defRPr sz="1000">
                <a:latin typeface="Roboto"/>
                <a:ea typeface="Roboto"/>
                <a:cs typeface="Roboto"/>
                <a:sym typeface="Roboto"/>
              </a:defRPr>
            </a:lvl4pPr>
            <a:lvl5pPr lvl="4" algn="ctr">
              <a:spcBef>
                <a:spcPts val="0"/>
              </a:spcBef>
              <a:spcAft>
                <a:spcPts val="0"/>
              </a:spcAft>
              <a:buClr>
                <a:schemeClr val="lt1"/>
              </a:buClr>
              <a:buSzPts val="1000"/>
              <a:buFont typeface="Roboto"/>
              <a:buNone/>
              <a:defRPr sz="1000">
                <a:latin typeface="Roboto"/>
                <a:ea typeface="Roboto"/>
                <a:cs typeface="Roboto"/>
                <a:sym typeface="Roboto"/>
              </a:defRPr>
            </a:lvl5pPr>
            <a:lvl6pPr lvl="5" algn="ctr">
              <a:spcBef>
                <a:spcPts val="0"/>
              </a:spcBef>
              <a:spcAft>
                <a:spcPts val="0"/>
              </a:spcAft>
              <a:buClr>
                <a:schemeClr val="lt1"/>
              </a:buClr>
              <a:buSzPts val="1000"/>
              <a:buFont typeface="Roboto"/>
              <a:buNone/>
              <a:defRPr sz="1000">
                <a:latin typeface="Roboto"/>
                <a:ea typeface="Roboto"/>
                <a:cs typeface="Roboto"/>
                <a:sym typeface="Roboto"/>
              </a:defRPr>
            </a:lvl6pPr>
            <a:lvl7pPr lvl="6" algn="ctr">
              <a:spcBef>
                <a:spcPts val="0"/>
              </a:spcBef>
              <a:spcAft>
                <a:spcPts val="0"/>
              </a:spcAft>
              <a:buClr>
                <a:schemeClr val="lt1"/>
              </a:buClr>
              <a:buSzPts val="1000"/>
              <a:buFont typeface="Roboto"/>
              <a:buNone/>
              <a:defRPr sz="1000">
                <a:latin typeface="Roboto"/>
                <a:ea typeface="Roboto"/>
                <a:cs typeface="Roboto"/>
                <a:sym typeface="Roboto"/>
              </a:defRPr>
            </a:lvl7pPr>
            <a:lvl8pPr lvl="7" algn="ctr">
              <a:spcBef>
                <a:spcPts val="0"/>
              </a:spcBef>
              <a:spcAft>
                <a:spcPts val="0"/>
              </a:spcAft>
              <a:buClr>
                <a:schemeClr val="lt1"/>
              </a:buClr>
              <a:buSzPts val="1000"/>
              <a:buFont typeface="Roboto"/>
              <a:buNone/>
              <a:defRPr sz="1000">
                <a:latin typeface="Roboto"/>
                <a:ea typeface="Roboto"/>
                <a:cs typeface="Roboto"/>
                <a:sym typeface="Roboto"/>
              </a:defRPr>
            </a:lvl8pPr>
            <a:lvl9pPr lvl="8" algn="ctr">
              <a:spcBef>
                <a:spcPts val="0"/>
              </a:spcBef>
              <a:spcAft>
                <a:spcPts val="0"/>
              </a:spcAft>
              <a:buClr>
                <a:schemeClr val="lt1"/>
              </a:buClr>
              <a:buSzPts val="1000"/>
              <a:buFont typeface="Roboto"/>
              <a:buNone/>
              <a:defRPr sz="1000">
                <a:latin typeface="Roboto"/>
                <a:ea typeface="Roboto"/>
                <a:cs typeface="Roboto"/>
                <a:sym typeface="Roboto"/>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BLANK_1_1_1_1_1_1_1_1_1_1_2">
    <p:spTree>
      <p:nvGrpSpPr>
        <p:cNvPr id="213" name="Shape 213"/>
        <p:cNvGrpSpPr/>
        <p:nvPr/>
      </p:nvGrpSpPr>
      <p:grpSpPr>
        <a:xfrm>
          <a:off x="0" y="0"/>
          <a:ext cx="0" cy="0"/>
          <a:chOff x="0" y="0"/>
          <a:chExt cx="0" cy="0"/>
        </a:xfrm>
      </p:grpSpPr>
      <p:sp>
        <p:nvSpPr>
          <p:cNvPr id="214" name="Google Shape;214;p29"/>
          <p:cNvSpPr txBox="1"/>
          <p:nvPr>
            <p:ph idx="1" type="subTitle"/>
          </p:nvPr>
        </p:nvSpPr>
        <p:spPr>
          <a:xfrm>
            <a:off x="228600" y="2077513"/>
            <a:ext cx="256800" cy="184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215" name="Google Shape;215;p29"/>
          <p:cNvSpPr txBox="1"/>
          <p:nvPr>
            <p:ph idx="2" type="subTitle"/>
          </p:nvPr>
        </p:nvSpPr>
        <p:spPr>
          <a:xfrm>
            <a:off x="228600" y="2764250"/>
            <a:ext cx="256800" cy="184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216" name="Google Shape;216;p29"/>
          <p:cNvSpPr txBox="1"/>
          <p:nvPr>
            <p:ph idx="3" type="subTitle"/>
          </p:nvPr>
        </p:nvSpPr>
        <p:spPr>
          <a:xfrm>
            <a:off x="228700" y="3469938"/>
            <a:ext cx="256800" cy="184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217" name="Google Shape;217;p29"/>
          <p:cNvSpPr txBox="1"/>
          <p:nvPr>
            <p:ph idx="4" type="subTitle"/>
          </p:nvPr>
        </p:nvSpPr>
        <p:spPr>
          <a:xfrm>
            <a:off x="228700" y="4194625"/>
            <a:ext cx="256800" cy="184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218" name="Google Shape;218;p29"/>
          <p:cNvSpPr txBox="1"/>
          <p:nvPr>
            <p:ph type="title"/>
          </p:nvPr>
        </p:nvSpPr>
        <p:spPr>
          <a:xfrm>
            <a:off x="212450" y="177900"/>
            <a:ext cx="64467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19" name="Google Shape;219;p29"/>
          <p:cNvSpPr txBox="1"/>
          <p:nvPr>
            <p:ph idx="5" type="subTitle"/>
          </p:nvPr>
        </p:nvSpPr>
        <p:spPr>
          <a:xfrm>
            <a:off x="631800" y="2060357"/>
            <a:ext cx="2128200" cy="2772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800"/>
              <a:buFont typeface="Space Grotesk"/>
              <a:buNone/>
              <a:defRPr>
                <a:solidFill>
                  <a:schemeClr val="accent2"/>
                </a:solidFill>
              </a:defRPr>
            </a:lvl1pPr>
            <a:lvl2pPr lvl="1">
              <a:spcBef>
                <a:spcPts val="0"/>
              </a:spcBef>
              <a:spcAft>
                <a:spcPts val="0"/>
              </a:spcAft>
              <a:buClr>
                <a:schemeClr val="accent2"/>
              </a:buClr>
              <a:buSzPts val="1800"/>
              <a:buFont typeface="Space Grotesk"/>
              <a:buNone/>
              <a:defRPr>
                <a:solidFill>
                  <a:schemeClr val="accent2"/>
                </a:solidFill>
              </a:defRPr>
            </a:lvl2pPr>
            <a:lvl3pPr lvl="2">
              <a:spcBef>
                <a:spcPts val="0"/>
              </a:spcBef>
              <a:spcAft>
                <a:spcPts val="0"/>
              </a:spcAft>
              <a:buClr>
                <a:schemeClr val="accent2"/>
              </a:buClr>
              <a:buSzPts val="1800"/>
              <a:buFont typeface="Space Grotesk"/>
              <a:buNone/>
              <a:defRPr>
                <a:solidFill>
                  <a:schemeClr val="accent2"/>
                </a:solidFill>
              </a:defRPr>
            </a:lvl3pPr>
            <a:lvl4pPr lvl="3">
              <a:spcBef>
                <a:spcPts val="0"/>
              </a:spcBef>
              <a:spcAft>
                <a:spcPts val="0"/>
              </a:spcAft>
              <a:buClr>
                <a:schemeClr val="accent2"/>
              </a:buClr>
              <a:buSzPts val="1800"/>
              <a:buFont typeface="Space Grotesk"/>
              <a:buNone/>
              <a:defRPr>
                <a:solidFill>
                  <a:schemeClr val="accent2"/>
                </a:solidFill>
              </a:defRPr>
            </a:lvl4pPr>
            <a:lvl5pPr lvl="4">
              <a:spcBef>
                <a:spcPts val="0"/>
              </a:spcBef>
              <a:spcAft>
                <a:spcPts val="0"/>
              </a:spcAft>
              <a:buClr>
                <a:schemeClr val="accent2"/>
              </a:buClr>
              <a:buSzPts val="1800"/>
              <a:buFont typeface="Space Grotesk"/>
              <a:buNone/>
              <a:defRPr>
                <a:solidFill>
                  <a:schemeClr val="accent2"/>
                </a:solidFill>
              </a:defRPr>
            </a:lvl5pPr>
            <a:lvl6pPr lvl="5">
              <a:spcBef>
                <a:spcPts val="0"/>
              </a:spcBef>
              <a:spcAft>
                <a:spcPts val="0"/>
              </a:spcAft>
              <a:buClr>
                <a:schemeClr val="accent2"/>
              </a:buClr>
              <a:buSzPts val="1800"/>
              <a:buFont typeface="Space Grotesk"/>
              <a:buNone/>
              <a:defRPr>
                <a:solidFill>
                  <a:schemeClr val="accent2"/>
                </a:solidFill>
              </a:defRPr>
            </a:lvl6pPr>
            <a:lvl7pPr lvl="6">
              <a:spcBef>
                <a:spcPts val="0"/>
              </a:spcBef>
              <a:spcAft>
                <a:spcPts val="0"/>
              </a:spcAft>
              <a:buClr>
                <a:schemeClr val="accent2"/>
              </a:buClr>
              <a:buSzPts val="1800"/>
              <a:buFont typeface="Space Grotesk"/>
              <a:buNone/>
              <a:defRPr>
                <a:solidFill>
                  <a:schemeClr val="accent2"/>
                </a:solidFill>
              </a:defRPr>
            </a:lvl7pPr>
            <a:lvl8pPr lvl="7">
              <a:spcBef>
                <a:spcPts val="0"/>
              </a:spcBef>
              <a:spcAft>
                <a:spcPts val="0"/>
              </a:spcAft>
              <a:buClr>
                <a:schemeClr val="accent2"/>
              </a:buClr>
              <a:buSzPts val="1800"/>
              <a:buFont typeface="Space Grotesk"/>
              <a:buNone/>
              <a:defRPr>
                <a:solidFill>
                  <a:schemeClr val="accent2"/>
                </a:solidFill>
              </a:defRPr>
            </a:lvl8pPr>
            <a:lvl9pPr lvl="8">
              <a:spcBef>
                <a:spcPts val="0"/>
              </a:spcBef>
              <a:spcAft>
                <a:spcPts val="0"/>
              </a:spcAft>
              <a:buClr>
                <a:schemeClr val="accent2"/>
              </a:buClr>
              <a:buSzPts val="1800"/>
              <a:buFont typeface="Space Grotesk"/>
              <a:buNone/>
              <a:defRPr>
                <a:solidFill>
                  <a:schemeClr val="accent2"/>
                </a:solidFill>
              </a:defRPr>
            </a:lvl9pPr>
          </a:lstStyle>
          <a:p/>
        </p:txBody>
      </p:sp>
      <p:sp>
        <p:nvSpPr>
          <p:cNvPr id="220" name="Google Shape;220;p29"/>
          <p:cNvSpPr txBox="1"/>
          <p:nvPr>
            <p:ph idx="6" type="subTitle"/>
          </p:nvPr>
        </p:nvSpPr>
        <p:spPr>
          <a:xfrm>
            <a:off x="631800" y="2747082"/>
            <a:ext cx="2128200" cy="2772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800"/>
              <a:buFont typeface="Space Grotesk"/>
              <a:buNone/>
              <a:defRPr>
                <a:solidFill>
                  <a:schemeClr val="accent2"/>
                </a:solidFill>
              </a:defRPr>
            </a:lvl1pPr>
            <a:lvl2pPr lvl="1">
              <a:spcBef>
                <a:spcPts val="0"/>
              </a:spcBef>
              <a:spcAft>
                <a:spcPts val="0"/>
              </a:spcAft>
              <a:buClr>
                <a:schemeClr val="accent2"/>
              </a:buClr>
              <a:buSzPts val="1800"/>
              <a:buFont typeface="Space Grotesk"/>
              <a:buNone/>
              <a:defRPr>
                <a:solidFill>
                  <a:schemeClr val="accent2"/>
                </a:solidFill>
              </a:defRPr>
            </a:lvl2pPr>
            <a:lvl3pPr lvl="2">
              <a:spcBef>
                <a:spcPts val="0"/>
              </a:spcBef>
              <a:spcAft>
                <a:spcPts val="0"/>
              </a:spcAft>
              <a:buClr>
                <a:schemeClr val="accent2"/>
              </a:buClr>
              <a:buSzPts val="1800"/>
              <a:buFont typeface="Space Grotesk"/>
              <a:buNone/>
              <a:defRPr>
                <a:solidFill>
                  <a:schemeClr val="accent2"/>
                </a:solidFill>
              </a:defRPr>
            </a:lvl3pPr>
            <a:lvl4pPr lvl="3">
              <a:spcBef>
                <a:spcPts val="0"/>
              </a:spcBef>
              <a:spcAft>
                <a:spcPts val="0"/>
              </a:spcAft>
              <a:buClr>
                <a:schemeClr val="accent2"/>
              </a:buClr>
              <a:buSzPts val="1800"/>
              <a:buFont typeface="Space Grotesk"/>
              <a:buNone/>
              <a:defRPr>
                <a:solidFill>
                  <a:schemeClr val="accent2"/>
                </a:solidFill>
              </a:defRPr>
            </a:lvl4pPr>
            <a:lvl5pPr lvl="4">
              <a:spcBef>
                <a:spcPts val="0"/>
              </a:spcBef>
              <a:spcAft>
                <a:spcPts val="0"/>
              </a:spcAft>
              <a:buClr>
                <a:schemeClr val="accent2"/>
              </a:buClr>
              <a:buSzPts val="1800"/>
              <a:buFont typeface="Space Grotesk"/>
              <a:buNone/>
              <a:defRPr>
                <a:solidFill>
                  <a:schemeClr val="accent2"/>
                </a:solidFill>
              </a:defRPr>
            </a:lvl5pPr>
            <a:lvl6pPr lvl="5">
              <a:spcBef>
                <a:spcPts val="0"/>
              </a:spcBef>
              <a:spcAft>
                <a:spcPts val="0"/>
              </a:spcAft>
              <a:buClr>
                <a:schemeClr val="accent2"/>
              </a:buClr>
              <a:buSzPts val="1800"/>
              <a:buFont typeface="Space Grotesk"/>
              <a:buNone/>
              <a:defRPr>
                <a:solidFill>
                  <a:schemeClr val="accent2"/>
                </a:solidFill>
              </a:defRPr>
            </a:lvl6pPr>
            <a:lvl7pPr lvl="6">
              <a:spcBef>
                <a:spcPts val="0"/>
              </a:spcBef>
              <a:spcAft>
                <a:spcPts val="0"/>
              </a:spcAft>
              <a:buClr>
                <a:schemeClr val="accent2"/>
              </a:buClr>
              <a:buSzPts val="1800"/>
              <a:buFont typeface="Space Grotesk"/>
              <a:buNone/>
              <a:defRPr>
                <a:solidFill>
                  <a:schemeClr val="accent2"/>
                </a:solidFill>
              </a:defRPr>
            </a:lvl7pPr>
            <a:lvl8pPr lvl="7">
              <a:spcBef>
                <a:spcPts val="0"/>
              </a:spcBef>
              <a:spcAft>
                <a:spcPts val="0"/>
              </a:spcAft>
              <a:buClr>
                <a:schemeClr val="accent2"/>
              </a:buClr>
              <a:buSzPts val="1800"/>
              <a:buFont typeface="Space Grotesk"/>
              <a:buNone/>
              <a:defRPr>
                <a:solidFill>
                  <a:schemeClr val="accent2"/>
                </a:solidFill>
              </a:defRPr>
            </a:lvl8pPr>
            <a:lvl9pPr lvl="8">
              <a:spcBef>
                <a:spcPts val="0"/>
              </a:spcBef>
              <a:spcAft>
                <a:spcPts val="0"/>
              </a:spcAft>
              <a:buClr>
                <a:schemeClr val="accent2"/>
              </a:buClr>
              <a:buSzPts val="1800"/>
              <a:buFont typeface="Space Grotesk"/>
              <a:buNone/>
              <a:defRPr>
                <a:solidFill>
                  <a:schemeClr val="accent2"/>
                </a:solidFill>
              </a:defRPr>
            </a:lvl9pPr>
          </a:lstStyle>
          <a:p/>
        </p:txBody>
      </p:sp>
      <p:sp>
        <p:nvSpPr>
          <p:cNvPr id="221" name="Google Shape;221;p29"/>
          <p:cNvSpPr txBox="1"/>
          <p:nvPr>
            <p:ph idx="7" type="subTitle"/>
          </p:nvPr>
        </p:nvSpPr>
        <p:spPr>
          <a:xfrm>
            <a:off x="631850" y="3452782"/>
            <a:ext cx="2128200" cy="2772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800"/>
              <a:buFont typeface="Space Grotesk"/>
              <a:buNone/>
              <a:defRPr>
                <a:solidFill>
                  <a:schemeClr val="accent2"/>
                </a:solidFill>
              </a:defRPr>
            </a:lvl1pPr>
            <a:lvl2pPr lvl="1">
              <a:spcBef>
                <a:spcPts val="0"/>
              </a:spcBef>
              <a:spcAft>
                <a:spcPts val="0"/>
              </a:spcAft>
              <a:buClr>
                <a:schemeClr val="accent2"/>
              </a:buClr>
              <a:buSzPts val="1800"/>
              <a:buFont typeface="Space Grotesk"/>
              <a:buNone/>
              <a:defRPr>
                <a:solidFill>
                  <a:schemeClr val="accent2"/>
                </a:solidFill>
              </a:defRPr>
            </a:lvl2pPr>
            <a:lvl3pPr lvl="2">
              <a:spcBef>
                <a:spcPts val="0"/>
              </a:spcBef>
              <a:spcAft>
                <a:spcPts val="0"/>
              </a:spcAft>
              <a:buClr>
                <a:schemeClr val="accent2"/>
              </a:buClr>
              <a:buSzPts val="1800"/>
              <a:buFont typeface="Space Grotesk"/>
              <a:buNone/>
              <a:defRPr>
                <a:solidFill>
                  <a:schemeClr val="accent2"/>
                </a:solidFill>
              </a:defRPr>
            </a:lvl3pPr>
            <a:lvl4pPr lvl="3">
              <a:spcBef>
                <a:spcPts val="0"/>
              </a:spcBef>
              <a:spcAft>
                <a:spcPts val="0"/>
              </a:spcAft>
              <a:buClr>
                <a:schemeClr val="accent2"/>
              </a:buClr>
              <a:buSzPts val="1800"/>
              <a:buFont typeface="Space Grotesk"/>
              <a:buNone/>
              <a:defRPr>
                <a:solidFill>
                  <a:schemeClr val="accent2"/>
                </a:solidFill>
              </a:defRPr>
            </a:lvl4pPr>
            <a:lvl5pPr lvl="4">
              <a:spcBef>
                <a:spcPts val="0"/>
              </a:spcBef>
              <a:spcAft>
                <a:spcPts val="0"/>
              </a:spcAft>
              <a:buClr>
                <a:schemeClr val="accent2"/>
              </a:buClr>
              <a:buSzPts val="1800"/>
              <a:buFont typeface="Space Grotesk"/>
              <a:buNone/>
              <a:defRPr>
                <a:solidFill>
                  <a:schemeClr val="accent2"/>
                </a:solidFill>
              </a:defRPr>
            </a:lvl5pPr>
            <a:lvl6pPr lvl="5">
              <a:spcBef>
                <a:spcPts val="0"/>
              </a:spcBef>
              <a:spcAft>
                <a:spcPts val="0"/>
              </a:spcAft>
              <a:buClr>
                <a:schemeClr val="accent2"/>
              </a:buClr>
              <a:buSzPts val="1800"/>
              <a:buFont typeface="Space Grotesk"/>
              <a:buNone/>
              <a:defRPr>
                <a:solidFill>
                  <a:schemeClr val="accent2"/>
                </a:solidFill>
              </a:defRPr>
            </a:lvl6pPr>
            <a:lvl7pPr lvl="6">
              <a:spcBef>
                <a:spcPts val="0"/>
              </a:spcBef>
              <a:spcAft>
                <a:spcPts val="0"/>
              </a:spcAft>
              <a:buClr>
                <a:schemeClr val="accent2"/>
              </a:buClr>
              <a:buSzPts val="1800"/>
              <a:buFont typeface="Space Grotesk"/>
              <a:buNone/>
              <a:defRPr>
                <a:solidFill>
                  <a:schemeClr val="accent2"/>
                </a:solidFill>
              </a:defRPr>
            </a:lvl7pPr>
            <a:lvl8pPr lvl="7">
              <a:spcBef>
                <a:spcPts val="0"/>
              </a:spcBef>
              <a:spcAft>
                <a:spcPts val="0"/>
              </a:spcAft>
              <a:buClr>
                <a:schemeClr val="accent2"/>
              </a:buClr>
              <a:buSzPts val="1800"/>
              <a:buFont typeface="Space Grotesk"/>
              <a:buNone/>
              <a:defRPr>
                <a:solidFill>
                  <a:schemeClr val="accent2"/>
                </a:solidFill>
              </a:defRPr>
            </a:lvl8pPr>
            <a:lvl9pPr lvl="8">
              <a:spcBef>
                <a:spcPts val="0"/>
              </a:spcBef>
              <a:spcAft>
                <a:spcPts val="0"/>
              </a:spcAft>
              <a:buClr>
                <a:schemeClr val="accent2"/>
              </a:buClr>
              <a:buSzPts val="1800"/>
              <a:buFont typeface="Space Grotesk"/>
              <a:buNone/>
              <a:defRPr>
                <a:solidFill>
                  <a:schemeClr val="accent2"/>
                </a:solidFill>
              </a:defRPr>
            </a:lvl9pPr>
          </a:lstStyle>
          <a:p/>
        </p:txBody>
      </p:sp>
      <p:sp>
        <p:nvSpPr>
          <p:cNvPr id="222" name="Google Shape;222;p29"/>
          <p:cNvSpPr txBox="1"/>
          <p:nvPr>
            <p:ph idx="8" type="subTitle"/>
          </p:nvPr>
        </p:nvSpPr>
        <p:spPr>
          <a:xfrm>
            <a:off x="631900" y="4177457"/>
            <a:ext cx="2128200" cy="2772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800"/>
              <a:buFont typeface="Space Grotesk"/>
              <a:buNone/>
              <a:defRPr>
                <a:solidFill>
                  <a:schemeClr val="accent2"/>
                </a:solidFill>
              </a:defRPr>
            </a:lvl1pPr>
            <a:lvl2pPr lvl="1">
              <a:spcBef>
                <a:spcPts val="0"/>
              </a:spcBef>
              <a:spcAft>
                <a:spcPts val="0"/>
              </a:spcAft>
              <a:buClr>
                <a:schemeClr val="accent2"/>
              </a:buClr>
              <a:buSzPts val="1800"/>
              <a:buFont typeface="Space Grotesk"/>
              <a:buNone/>
              <a:defRPr>
                <a:solidFill>
                  <a:schemeClr val="accent2"/>
                </a:solidFill>
              </a:defRPr>
            </a:lvl2pPr>
            <a:lvl3pPr lvl="2">
              <a:spcBef>
                <a:spcPts val="0"/>
              </a:spcBef>
              <a:spcAft>
                <a:spcPts val="0"/>
              </a:spcAft>
              <a:buClr>
                <a:schemeClr val="accent2"/>
              </a:buClr>
              <a:buSzPts val="1800"/>
              <a:buFont typeface="Space Grotesk"/>
              <a:buNone/>
              <a:defRPr>
                <a:solidFill>
                  <a:schemeClr val="accent2"/>
                </a:solidFill>
              </a:defRPr>
            </a:lvl3pPr>
            <a:lvl4pPr lvl="3">
              <a:spcBef>
                <a:spcPts val="0"/>
              </a:spcBef>
              <a:spcAft>
                <a:spcPts val="0"/>
              </a:spcAft>
              <a:buClr>
                <a:schemeClr val="accent2"/>
              </a:buClr>
              <a:buSzPts val="1800"/>
              <a:buFont typeface="Space Grotesk"/>
              <a:buNone/>
              <a:defRPr>
                <a:solidFill>
                  <a:schemeClr val="accent2"/>
                </a:solidFill>
              </a:defRPr>
            </a:lvl4pPr>
            <a:lvl5pPr lvl="4">
              <a:spcBef>
                <a:spcPts val="0"/>
              </a:spcBef>
              <a:spcAft>
                <a:spcPts val="0"/>
              </a:spcAft>
              <a:buClr>
                <a:schemeClr val="accent2"/>
              </a:buClr>
              <a:buSzPts val="1800"/>
              <a:buFont typeface="Space Grotesk"/>
              <a:buNone/>
              <a:defRPr>
                <a:solidFill>
                  <a:schemeClr val="accent2"/>
                </a:solidFill>
              </a:defRPr>
            </a:lvl5pPr>
            <a:lvl6pPr lvl="5">
              <a:spcBef>
                <a:spcPts val="0"/>
              </a:spcBef>
              <a:spcAft>
                <a:spcPts val="0"/>
              </a:spcAft>
              <a:buClr>
                <a:schemeClr val="accent2"/>
              </a:buClr>
              <a:buSzPts val="1800"/>
              <a:buFont typeface="Space Grotesk"/>
              <a:buNone/>
              <a:defRPr>
                <a:solidFill>
                  <a:schemeClr val="accent2"/>
                </a:solidFill>
              </a:defRPr>
            </a:lvl6pPr>
            <a:lvl7pPr lvl="6">
              <a:spcBef>
                <a:spcPts val="0"/>
              </a:spcBef>
              <a:spcAft>
                <a:spcPts val="0"/>
              </a:spcAft>
              <a:buClr>
                <a:schemeClr val="accent2"/>
              </a:buClr>
              <a:buSzPts val="1800"/>
              <a:buFont typeface="Space Grotesk"/>
              <a:buNone/>
              <a:defRPr>
                <a:solidFill>
                  <a:schemeClr val="accent2"/>
                </a:solidFill>
              </a:defRPr>
            </a:lvl7pPr>
            <a:lvl8pPr lvl="7">
              <a:spcBef>
                <a:spcPts val="0"/>
              </a:spcBef>
              <a:spcAft>
                <a:spcPts val="0"/>
              </a:spcAft>
              <a:buClr>
                <a:schemeClr val="accent2"/>
              </a:buClr>
              <a:buSzPts val="1800"/>
              <a:buFont typeface="Space Grotesk"/>
              <a:buNone/>
              <a:defRPr>
                <a:solidFill>
                  <a:schemeClr val="accent2"/>
                </a:solidFill>
              </a:defRPr>
            </a:lvl8pPr>
            <a:lvl9pPr lvl="8">
              <a:spcBef>
                <a:spcPts val="0"/>
              </a:spcBef>
              <a:spcAft>
                <a:spcPts val="0"/>
              </a:spcAft>
              <a:buClr>
                <a:schemeClr val="accent2"/>
              </a:buClr>
              <a:buSzPts val="1800"/>
              <a:buFont typeface="Space Grotesk"/>
              <a:buNone/>
              <a:defRPr>
                <a:solidFill>
                  <a:schemeClr val="accent2"/>
                </a:solidFill>
              </a:defRPr>
            </a:lvl9pPr>
          </a:lstStyle>
          <a:p/>
        </p:txBody>
      </p:sp>
      <p:sp>
        <p:nvSpPr>
          <p:cNvPr id="223" name="Google Shape;223;p29"/>
          <p:cNvSpPr txBox="1"/>
          <p:nvPr>
            <p:ph idx="9" type="body"/>
          </p:nvPr>
        </p:nvSpPr>
        <p:spPr>
          <a:xfrm>
            <a:off x="2906500" y="4194625"/>
            <a:ext cx="3376200" cy="330900"/>
          </a:xfrm>
          <a:prstGeom prst="rect">
            <a:avLst/>
          </a:prstGeom>
          <a:noFill/>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24" name="Google Shape;224;p29"/>
          <p:cNvSpPr txBox="1"/>
          <p:nvPr>
            <p:ph idx="13" type="body"/>
          </p:nvPr>
        </p:nvSpPr>
        <p:spPr>
          <a:xfrm>
            <a:off x="2906400" y="3479438"/>
            <a:ext cx="3376200" cy="330900"/>
          </a:xfrm>
          <a:prstGeom prst="rect">
            <a:avLst/>
          </a:prstGeom>
          <a:noFill/>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25" name="Google Shape;225;p29"/>
          <p:cNvSpPr txBox="1"/>
          <p:nvPr>
            <p:ph idx="14" type="body"/>
          </p:nvPr>
        </p:nvSpPr>
        <p:spPr>
          <a:xfrm>
            <a:off x="2906400" y="2764263"/>
            <a:ext cx="3376200" cy="330900"/>
          </a:xfrm>
          <a:prstGeom prst="rect">
            <a:avLst/>
          </a:prstGeom>
          <a:noFill/>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26" name="Google Shape;226;p29"/>
          <p:cNvSpPr txBox="1"/>
          <p:nvPr>
            <p:ph idx="15" type="body"/>
          </p:nvPr>
        </p:nvSpPr>
        <p:spPr>
          <a:xfrm>
            <a:off x="2906400" y="2048313"/>
            <a:ext cx="3376200" cy="330900"/>
          </a:xfrm>
          <a:prstGeom prst="rect">
            <a:avLst/>
          </a:prstGeom>
          <a:noFill/>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gradFill>
          <a:gsLst>
            <a:gs pos="0">
              <a:schemeClr val="accent4"/>
            </a:gs>
            <a:gs pos="100000">
              <a:schemeClr val="dk1"/>
            </a:gs>
          </a:gsLst>
          <a:lin ang="5400012" scaled="0"/>
        </a:gradFill>
      </p:bgPr>
    </p:bg>
    <p:spTree>
      <p:nvGrpSpPr>
        <p:cNvPr id="227" name="Shape 227"/>
        <p:cNvGrpSpPr/>
        <p:nvPr/>
      </p:nvGrpSpPr>
      <p:grpSpPr>
        <a:xfrm>
          <a:off x="0" y="0"/>
          <a:ext cx="0" cy="0"/>
          <a:chOff x="0" y="0"/>
          <a:chExt cx="0" cy="0"/>
        </a:xfrm>
      </p:grpSpPr>
      <p:sp>
        <p:nvSpPr>
          <p:cNvPr id="228" name="Google Shape;228;p30"/>
          <p:cNvSpPr/>
          <p:nvPr/>
        </p:nvSpPr>
        <p:spPr>
          <a:xfrm>
            <a:off x="8891100" y="228600"/>
            <a:ext cx="24300" cy="1354500"/>
          </a:xfrm>
          <a:prstGeom prst="rect">
            <a:avLst/>
          </a:prstGeom>
          <a:gradFill>
            <a:gsLst>
              <a:gs pos="0">
                <a:schemeClr val="accent2"/>
              </a:gs>
              <a:gs pos="100000">
                <a:schemeClr val="dk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29" name="Google Shape;229;p30"/>
          <p:cNvSpPr/>
          <p:nvPr/>
        </p:nvSpPr>
        <p:spPr>
          <a:xfrm flipH="1" rot="10800000">
            <a:off x="8891100" y="3225473"/>
            <a:ext cx="24300" cy="744600"/>
          </a:xfrm>
          <a:prstGeom prst="rect">
            <a:avLst/>
          </a:prstGeom>
          <a:gradFill>
            <a:gsLst>
              <a:gs pos="0">
                <a:schemeClr val="accent2"/>
              </a:gs>
              <a:gs pos="100000">
                <a:schemeClr val="dk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0" name="Google Shape;230;p30"/>
          <p:cNvSpPr/>
          <p:nvPr/>
        </p:nvSpPr>
        <p:spPr>
          <a:xfrm>
            <a:off x="8891100" y="2283200"/>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1" name="Google Shape;231;p30"/>
          <p:cNvSpPr/>
          <p:nvPr/>
        </p:nvSpPr>
        <p:spPr>
          <a:xfrm>
            <a:off x="8891100" y="4888013"/>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2" name="Google Shape;232;p30"/>
          <p:cNvSpPr/>
          <p:nvPr/>
        </p:nvSpPr>
        <p:spPr>
          <a:xfrm>
            <a:off x="8891100" y="2392138"/>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3" name="Google Shape;233;p30"/>
          <p:cNvSpPr/>
          <p:nvPr/>
        </p:nvSpPr>
        <p:spPr>
          <a:xfrm>
            <a:off x="8891100" y="2501063"/>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4" name="Google Shape;234;p30"/>
          <p:cNvSpPr/>
          <p:nvPr/>
        </p:nvSpPr>
        <p:spPr>
          <a:xfrm>
            <a:off x="-4353375" y="-4359625"/>
            <a:ext cx="8713800" cy="8713800"/>
          </a:xfrm>
          <a:prstGeom prst="pie">
            <a:avLst>
              <a:gd fmla="val 2137" name="adj1"/>
              <a:gd fmla="val 5410266" name="adj2"/>
            </a:avLst>
          </a:prstGeom>
          <a:gradFill>
            <a:gsLst>
              <a:gs pos="0">
                <a:schemeClr val="dk1"/>
              </a:gs>
              <a:gs pos="28000">
                <a:schemeClr val="dk1"/>
              </a:gs>
              <a:gs pos="100000">
                <a:schemeClr val="dk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5" name="Google Shape;235;p30"/>
          <p:cNvSpPr/>
          <p:nvPr/>
        </p:nvSpPr>
        <p:spPr>
          <a:xfrm>
            <a:off x="7661425" y="1330972"/>
            <a:ext cx="406500" cy="406500"/>
          </a:xfrm>
          <a:prstGeom prst="ellipse">
            <a:avLst/>
          </a:prstGeom>
          <a:gradFill>
            <a:gsLst>
              <a:gs pos="0">
                <a:schemeClr val="dk1"/>
              </a:gs>
              <a:gs pos="31000">
                <a:schemeClr val="dk1"/>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6" name="Google Shape;236;p30"/>
          <p:cNvSpPr txBox="1"/>
          <p:nvPr>
            <p:ph idx="1" type="subTitle"/>
          </p:nvPr>
        </p:nvSpPr>
        <p:spPr>
          <a:xfrm>
            <a:off x="228600" y="3629463"/>
            <a:ext cx="256800" cy="1107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237" name="Google Shape;237;p30"/>
          <p:cNvSpPr/>
          <p:nvPr/>
        </p:nvSpPr>
        <p:spPr>
          <a:xfrm>
            <a:off x="5772475" y="912625"/>
            <a:ext cx="1243200" cy="1243200"/>
          </a:xfrm>
          <a:prstGeom prst="ellipse">
            <a:avLst/>
          </a:prstGeom>
          <a:gradFill>
            <a:gsLst>
              <a:gs pos="0">
                <a:schemeClr val="dk1"/>
              </a:gs>
              <a:gs pos="28000">
                <a:schemeClr val="dk1"/>
              </a:gs>
              <a:gs pos="100000">
                <a:schemeClr val="dk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8" name="Google Shape;238;p30"/>
          <p:cNvSpPr txBox="1"/>
          <p:nvPr>
            <p:ph idx="2" type="subTitle"/>
          </p:nvPr>
        </p:nvSpPr>
        <p:spPr>
          <a:xfrm>
            <a:off x="541125" y="2779925"/>
            <a:ext cx="2818200" cy="138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p:txBody>
      </p:sp>
      <p:sp>
        <p:nvSpPr>
          <p:cNvPr id="239" name="Google Shape;239;p30"/>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40" name="Google Shape;240;p30"/>
          <p:cNvSpPr txBox="1"/>
          <p:nvPr>
            <p:ph idx="3" type="subTitle"/>
          </p:nvPr>
        </p:nvSpPr>
        <p:spPr>
          <a:xfrm>
            <a:off x="541125" y="3001750"/>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p:txBody>
      </p:sp>
      <p:sp>
        <p:nvSpPr>
          <p:cNvPr id="241" name="Google Shape;241;p30"/>
          <p:cNvSpPr txBox="1"/>
          <p:nvPr>
            <p:ph idx="4" type="subTitle"/>
          </p:nvPr>
        </p:nvSpPr>
        <p:spPr>
          <a:xfrm>
            <a:off x="228600" y="2767150"/>
            <a:ext cx="256800" cy="1107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242" name="Google Shape;242;p30"/>
          <p:cNvSpPr txBox="1"/>
          <p:nvPr>
            <p:ph idx="5" type="subTitle"/>
          </p:nvPr>
        </p:nvSpPr>
        <p:spPr>
          <a:xfrm>
            <a:off x="3914650" y="2779925"/>
            <a:ext cx="2818200" cy="138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p:txBody>
      </p:sp>
      <p:sp>
        <p:nvSpPr>
          <p:cNvPr id="243" name="Google Shape;243;p30"/>
          <p:cNvSpPr txBox="1"/>
          <p:nvPr>
            <p:ph idx="6" type="subTitle"/>
          </p:nvPr>
        </p:nvSpPr>
        <p:spPr>
          <a:xfrm>
            <a:off x="3914650" y="3001750"/>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p:txBody>
      </p:sp>
      <p:sp>
        <p:nvSpPr>
          <p:cNvPr id="244" name="Google Shape;244;p30"/>
          <p:cNvSpPr txBox="1"/>
          <p:nvPr>
            <p:ph idx="7" type="subTitle"/>
          </p:nvPr>
        </p:nvSpPr>
        <p:spPr>
          <a:xfrm>
            <a:off x="3602125" y="2767150"/>
            <a:ext cx="256800" cy="1107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245" name="Google Shape;245;p30"/>
          <p:cNvSpPr txBox="1"/>
          <p:nvPr>
            <p:ph idx="8" type="subTitle"/>
          </p:nvPr>
        </p:nvSpPr>
        <p:spPr>
          <a:xfrm>
            <a:off x="541125" y="4504538"/>
            <a:ext cx="2818200" cy="138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p:txBody>
      </p:sp>
      <p:sp>
        <p:nvSpPr>
          <p:cNvPr id="246" name="Google Shape;246;p30"/>
          <p:cNvSpPr txBox="1"/>
          <p:nvPr>
            <p:ph idx="9" type="subTitle"/>
          </p:nvPr>
        </p:nvSpPr>
        <p:spPr>
          <a:xfrm>
            <a:off x="541125" y="4726363"/>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p:txBody>
      </p:sp>
      <p:sp>
        <p:nvSpPr>
          <p:cNvPr id="247" name="Google Shape;247;p30"/>
          <p:cNvSpPr txBox="1"/>
          <p:nvPr>
            <p:ph idx="13" type="subTitle"/>
          </p:nvPr>
        </p:nvSpPr>
        <p:spPr>
          <a:xfrm>
            <a:off x="228600" y="4491763"/>
            <a:ext cx="256800" cy="1107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248" name="Google Shape;248;p30"/>
          <p:cNvSpPr txBox="1"/>
          <p:nvPr>
            <p:ph idx="14" type="subTitle"/>
          </p:nvPr>
        </p:nvSpPr>
        <p:spPr>
          <a:xfrm>
            <a:off x="3914650" y="4504538"/>
            <a:ext cx="2818200" cy="138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p:txBody>
      </p:sp>
      <p:sp>
        <p:nvSpPr>
          <p:cNvPr id="249" name="Google Shape;249;p30"/>
          <p:cNvSpPr txBox="1"/>
          <p:nvPr>
            <p:ph idx="15" type="subTitle"/>
          </p:nvPr>
        </p:nvSpPr>
        <p:spPr>
          <a:xfrm>
            <a:off x="3914650" y="4726363"/>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p:txBody>
      </p:sp>
      <p:sp>
        <p:nvSpPr>
          <p:cNvPr id="250" name="Google Shape;250;p30"/>
          <p:cNvSpPr txBox="1"/>
          <p:nvPr>
            <p:ph idx="16" type="subTitle"/>
          </p:nvPr>
        </p:nvSpPr>
        <p:spPr>
          <a:xfrm>
            <a:off x="3602125" y="3629463"/>
            <a:ext cx="256800" cy="1107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251" name="Google Shape;251;p30"/>
          <p:cNvSpPr txBox="1"/>
          <p:nvPr>
            <p:ph idx="17" type="subTitle"/>
          </p:nvPr>
        </p:nvSpPr>
        <p:spPr>
          <a:xfrm>
            <a:off x="3602125" y="4491763"/>
            <a:ext cx="256800" cy="1107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252" name="Google Shape;252;p30"/>
          <p:cNvSpPr txBox="1"/>
          <p:nvPr>
            <p:ph idx="18" type="subTitle"/>
          </p:nvPr>
        </p:nvSpPr>
        <p:spPr>
          <a:xfrm>
            <a:off x="541125" y="3642238"/>
            <a:ext cx="2818200" cy="138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p:txBody>
      </p:sp>
      <p:sp>
        <p:nvSpPr>
          <p:cNvPr id="253" name="Google Shape;253;p30"/>
          <p:cNvSpPr txBox="1"/>
          <p:nvPr>
            <p:ph idx="19" type="subTitle"/>
          </p:nvPr>
        </p:nvSpPr>
        <p:spPr>
          <a:xfrm>
            <a:off x="541125" y="3864063"/>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p:txBody>
      </p:sp>
      <p:sp>
        <p:nvSpPr>
          <p:cNvPr id="254" name="Google Shape;254;p30"/>
          <p:cNvSpPr txBox="1"/>
          <p:nvPr>
            <p:ph idx="20" type="subTitle"/>
          </p:nvPr>
        </p:nvSpPr>
        <p:spPr>
          <a:xfrm>
            <a:off x="3914650" y="3642238"/>
            <a:ext cx="2818200" cy="138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p:txBody>
      </p:sp>
      <p:sp>
        <p:nvSpPr>
          <p:cNvPr id="255" name="Google Shape;255;p30"/>
          <p:cNvSpPr txBox="1"/>
          <p:nvPr>
            <p:ph idx="21" type="subTitle"/>
          </p:nvPr>
        </p:nvSpPr>
        <p:spPr>
          <a:xfrm>
            <a:off x="3914650" y="3864063"/>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BLANK_1_1_1_1_1_1_1_1_1_1_1_1">
    <p:bg>
      <p:bgPr>
        <a:gradFill>
          <a:gsLst>
            <a:gs pos="0">
              <a:schemeClr val="accent4"/>
            </a:gs>
            <a:gs pos="100000">
              <a:schemeClr val="dk1"/>
            </a:gs>
          </a:gsLst>
          <a:path path="circle">
            <a:fillToRect b="50%" l="50%" r="50%" t="50%"/>
          </a:path>
          <a:tileRect/>
        </a:gradFill>
      </p:bgPr>
    </p:bg>
    <p:spTree>
      <p:nvGrpSpPr>
        <p:cNvPr id="256" name="Shape 256"/>
        <p:cNvGrpSpPr/>
        <p:nvPr/>
      </p:nvGrpSpPr>
      <p:grpSpPr>
        <a:xfrm>
          <a:off x="0" y="0"/>
          <a:ext cx="0" cy="0"/>
          <a:chOff x="0" y="0"/>
          <a:chExt cx="0" cy="0"/>
        </a:xfrm>
      </p:grpSpPr>
      <p:sp>
        <p:nvSpPr>
          <p:cNvPr id="257" name="Google Shape;257;p31"/>
          <p:cNvSpPr/>
          <p:nvPr/>
        </p:nvSpPr>
        <p:spPr>
          <a:xfrm>
            <a:off x="-2956425" y="-4767225"/>
            <a:ext cx="9144000" cy="9144000"/>
          </a:xfrm>
          <a:prstGeom prst="ellipse">
            <a:avLst/>
          </a:prstGeom>
          <a:gradFill>
            <a:gsLst>
              <a:gs pos="0">
                <a:schemeClr val="accent4"/>
              </a:gs>
              <a:gs pos="100000">
                <a:schemeClr val="dk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58" name="Google Shape;258;p31"/>
          <p:cNvSpPr txBox="1"/>
          <p:nvPr>
            <p:ph type="title"/>
          </p:nvPr>
        </p:nvSpPr>
        <p:spPr>
          <a:xfrm>
            <a:off x="212450" y="177900"/>
            <a:ext cx="38268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59" name="Google Shape;259;p31"/>
          <p:cNvSpPr/>
          <p:nvPr>
            <p:ph idx="2" type="pic"/>
          </p:nvPr>
        </p:nvSpPr>
        <p:spPr>
          <a:xfrm>
            <a:off x="4618525" y="0"/>
            <a:ext cx="4296600" cy="4912200"/>
          </a:xfrm>
          <a:prstGeom prst="rect">
            <a:avLst/>
          </a:prstGeom>
          <a:noFill/>
          <a:ln>
            <a:noFill/>
          </a:ln>
        </p:spPr>
      </p:sp>
      <p:sp>
        <p:nvSpPr>
          <p:cNvPr id="260" name="Google Shape;260;p31"/>
          <p:cNvSpPr txBox="1"/>
          <p:nvPr>
            <p:ph idx="1" type="body"/>
          </p:nvPr>
        </p:nvSpPr>
        <p:spPr>
          <a:xfrm>
            <a:off x="228600" y="1177425"/>
            <a:ext cx="3321300" cy="22080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61" name="Google Shape;261;p31"/>
          <p:cNvSpPr/>
          <p:nvPr/>
        </p:nvSpPr>
        <p:spPr>
          <a:xfrm rot="-5400000">
            <a:off x="893689" y="4222811"/>
            <a:ext cx="24300" cy="1354500"/>
          </a:xfrm>
          <a:prstGeom prst="rect">
            <a:avLst/>
          </a:prstGeom>
          <a:gradFill>
            <a:gsLst>
              <a:gs pos="0">
                <a:schemeClr val="accent2"/>
              </a:gs>
              <a:gs pos="100000">
                <a:schemeClr val="dk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62" name="Google Shape;262;p31"/>
          <p:cNvSpPr/>
          <p:nvPr/>
        </p:nvSpPr>
        <p:spPr>
          <a:xfrm flipH="1" rot="5400000">
            <a:off x="3585611" y="4527761"/>
            <a:ext cx="24300" cy="744600"/>
          </a:xfrm>
          <a:prstGeom prst="rect">
            <a:avLst/>
          </a:prstGeom>
          <a:gradFill>
            <a:gsLst>
              <a:gs pos="0">
                <a:schemeClr val="accent2"/>
              </a:gs>
              <a:gs pos="100000">
                <a:schemeClr val="dk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63" name="Google Shape;263;p31"/>
          <p:cNvSpPr/>
          <p:nvPr/>
        </p:nvSpPr>
        <p:spPr>
          <a:xfrm rot="-5400000">
            <a:off x="2283189" y="488791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64" name="Google Shape;264;p31"/>
          <p:cNvSpPr/>
          <p:nvPr/>
        </p:nvSpPr>
        <p:spPr>
          <a:xfrm rot="-5400000">
            <a:off x="2501051" y="488791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and CTA">
  <p:cSld name="CUSTOM_4">
    <p:bg>
      <p:bgPr>
        <a:gradFill>
          <a:gsLst>
            <a:gs pos="0">
              <a:schemeClr val="accent4"/>
            </a:gs>
            <a:gs pos="100000">
              <a:schemeClr val="dk1"/>
            </a:gs>
          </a:gsLst>
          <a:lin ang="5400012" scaled="0"/>
        </a:gradFill>
      </p:bgPr>
    </p:bg>
    <p:spTree>
      <p:nvGrpSpPr>
        <p:cNvPr id="265" name="Shape 265"/>
        <p:cNvGrpSpPr/>
        <p:nvPr/>
      </p:nvGrpSpPr>
      <p:grpSpPr>
        <a:xfrm>
          <a:off x="0" y="0"/>
          <a:ext cx="0" cy="0"/>
          <a:chOff x="0" y="0"/>
          <a:chExt cx="0" cy="0"/>
        </a:xfrm>
      </p:grpSpPr>
      <p:sp>
        <p:nvSpPr>
          <p:cNvPr id="266" name="Google Shape;266;p32"/>
          <p:cNvSpPr txBox="1"/>
          <p:nvPr>
            <p:ph idx="1" type="body"/>
          </p:nvPr>
        </p:nvSpPr>
        <p:spPr>
          <a:xfrm>
            <a:off x="230900" y="2443800"/>
            <a:ext cx="1458300" cy="355200"/>
          </a:xfrm>
          <a:prstGeom prst="rect">
            <a:avLst/>
          </a:prstGeom>
          <a:noFill/>
        </p:spPr>
        <p:txBody>
          <a:bodyPr anchorCtr="0" anchor="ctr" bIns="91425" lIns="91425" spcFirstLastPara="1" rIns="91425" wrap="square" tIns="91425">
            <a:noAutofit/>
          </a:bodyPr>
          <a:lstStyle>
            <a:lvl1pPr indent="-228600" lvl="0" marL="457200" algn="ctr">
              <a:spcBef>
                <a:spcPts val="0"/>
              </a:spcBef>
              <a:spcAft>
                <a:spcPts val="0"/>
              </a:spcAft>
              <a:buNone/>
              <a:defRPr>
                <a:latin typeface="Space Grotesk"/>
                <a:ea typeface="Space Grotesk"/>
                <a:cs typeface="Space Grotesk"/>
                <a:sym typeface="Space Grotesk"/>
              </a:defRPr>
            </a:lvl1pPr>
            <a:lvl2pPr indent="-292100" lvl="1" marL="9144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2pPr>
            <a:lvl3pPr indent="-292100" lvl="2" marL="13716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3pPr>
            <a:lvl4pPr indent="-292100" lvl="3" marL="18288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4pPr>
            <a:lvl5pPr indent="-292100" lvl="4" marL="22860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5pPr>
            <a:lvl6pPr indent="-292100" lvl="5" marL="27432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6pPr>
            <a:lvl7pPr indent="-292100" lvl="6" marL="32004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7pPr>
            <a:lvl8pPr indent="-292100" lvl="7" marL="36576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8pPr>
            <a:lvl9pPr indent="-292100" lvl="8" marL="41148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9pPr>
          </a:lstStyle>
          <a:p/>
        </p:txBody>
      </p:sp>
      <p:sp>
        <p:nvSpPr>
          <p:cNvPr id="267" name="Google Shape;267;p32"/>
          <p:cNvSpPr/>
          <p:nvPr>
            <p:ph idx="2" type="pic"/>
          </p:nvPr>
        </p:nvSpPr>
        <p:spPr>
          <a:xfrm>
            <a:off x="5303800" y="881700"/>
            <a:ext cx="3611400" cy="4271400"/>
          </a:xfrm>
          <a:prstGeom prst="rect">
            <a:avLst/>
          </a:prstGeom>
          <a:noFill/>
          <a:ln>
            <a:noFill/>
          </a:ln>
        </p:spPr>
      </p:sp>
      <p:sp>
        <p:nvSpPr>
          <p:cNvPr id="268" name="Google Shape;268;p32"/>
          <p:cNvSpPr txBox="1"/>
          <p:nvPr>
            <p:ph hasCustomPrompt="1" type="title"/>
          </p:nvPr>
        </p:nvSpPr>
        <p:spPr>
          <a:xfrm>
            <a:off x="141051" y="271577"/>
            <a:ext cx="1226400" cy="4155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6"/>
              </a:buClr>
              <a:buSzPts val="3000"/>
              <a:buFont typeface="Space Grotesk"/>
              <a:buNone/>
              <a:defRPr sz="3000">
                <a:solidFill>
                  <a:schemeClr val="accent6"/>
                </a:solidFill>
              </a:defRPr>
            </a:lvl1pPr>
            <a:lvl2pPr lvl="1">
              <a:spcBef>
                <a:spcPts val="0"/>
              </a:spcBef>
              <a:spcAft>
                <a:spcPts val="0"/>
              </a:spcAft>
              <a:buClr>
                <a:schemeClr val="accent6"/>
              </a:buClr>
              <a:buSzPts val="3000"/>
              <a:buFont typeface="Space Grotesk"/>
              <a:buNone/>
              <a:defRPr sz="3000">
                <a:solidFill>
                  <a:schemeClr val="accent6"/>
                </a:solidFill>
              </a:defRPr>
            </a:lvl2pPr>
            <a:lvl3pPr lvl="2">
              <a:spcBef>
                <a:spcPts val="0"/>
              </a:spcBef>
              <a:spcAft>
                <a:spcPts val="0"/>
              </a:spcAft>
              <a:buClr>
                <a:schemeClr val="accent6"/>
              </a:buClr>
              <a:buSzPts val="3000"/>
              <a:buFont typeface="Space Grotesk"/>
              <a:buNone/>
              <a:defRPr sz="3000">
                <a:solidFill>
                  <a:schemeClr val="accent6"/>
                </a:solidFill>
              </a:defRPr>
            </a:lvl3pPr>
            <a:lvl4pPr lvl="3">
              <a:spcBef>
                <a:spcPts val="0"/>
              </a:spcBef>
              <a:spcAft>
                <a:spcPts val="0"/>
              </a:spcAft>
              <a:buClr>
                <a:schemeClr val="accent6"/>
              </a:buClr>
              <a:buSzPts val="3000"/>
              <a:buFont typeface="Space Grotesk"/>
              <a:buNone/>
              <a:defRPr sz="3000">
                <a:solidFill>
                  <a:schemeClr val="accent6"/>
                </a:solidFill>
              </a:defRPr>
            </a:lvl4pPr>
            <a:lvl5pPr lvl="4">
              <a:spcBef>
                <a:spcPts val="0"/>
              </a:spcBef>
              <a:spcAft>
                <a:spcPts val="0"/>
              </a:spcAft>
              <a:buClr>
                <a:schemeClr val="accent6"/>
              </a:buClr>
              <a:buSzPts val="3000"/>
              <a:buFont typeface="Space Grotesk"/>
              <a:buNone/>
              <a:defRPr sz="3000">
                <a:solidFill>
                  <a:schemeClr val="accent6"/>
                </a:solidFill>
              </a:defRPr>
            </a:lvl5pPr>
            <a:lvl6pPr lvl="5">
              <a:spcBef>
                <a:spcPts val="0"/>
              </a:spcBef>
              <a:spcAft>
                <a:spcPts val="0"/>
              </a:spcAft>
              <a:buClr>
                <a:schemeClr val="accent6"/>
              </a:buClr>
              <a:buSzPts val="3000"/>
              <a:buFont typeface="Space Grotesk"/>
              <a:buNone/>
              <a:defRPr sz="3000">
                <a:solidFill>
                  <a:schemeClr val="accent6"/>
                </a:solidFill>
              </a:defRPr>
            </a:lvl6pPr>
            <a:lvl7pPr lvl="6">
              <a:spcBef>
                <a:spcPts val="0"/>
              </a:spcBef>
              <a:spcAft>
                <a:spcPts val="0"/>
              </a:spcAft>
              <a:buClr>
                <a:schemeClr val="accent6"/>
              </a:buClr>
              <a:buSzPts val="3000"/>
              <a:buFont typeface="Space Grotesk"/>
              <a:buNone/>
              <a:defRPr sz="3000">
                <a:solidFill>
                  <a:schemeClr val="accent6"/>
                </a:solidFill>
              </a:defRPr>
            </a:lvl7pPr>
            <a:lvl8pPr lvl="7">
              <a:spcBef>
                <a:spcPts val="0"/>
              </a:spcBef>
              <a:spcAft>
                <a:spcPts val="0"/>
              </a:spcAft>
              <a:buClr>
                <a:schemeClr val="accent6"/>
              </a:buClr>
              <a:buSzPts val="3000"/>
              <a:buFont typeface="Space Grotesk"/>
              <a:buNone/>
              <a:defRPr sz="3000">
                <a:solidFill>
                  <a:schemeClr val="accent6"/>
                </a:solidFill>
              </a:defRPr>
            </a:lvl8pPr>
            <a:lvl9pPr lvl="8">
              <a:spcBef>
                <a:spcPts val="0"/>
              </a:spcBef>
              <a:spcAft>
                <a:spcPts val="0"/>
              </a:spcAft>
              <a:buClr>
                <a:schemeClr val="accent6"/>
              </a:buClr>
              <a:buSzPts val="3000"/>
              <a:buFont typeface="Space Grotesk"/>
              <a:buNone/>
              <a:defRPr sz="3000">
                <a:solidFill>
                  <a:schemeClr val="accent6"/>
                </a:solidFill>
              </a:defRPr>
            </a:lvl9pPr>
          </a:lstStyle>
          <a:p>
            <a:r>
              <a:t>xx%</a:t>
            </a:r>
          </a:p>
        </p:txBody>
      </p:sp>
      <p:sp>
        <p:nvSpPr>
          <p:cNvPr id="269" name="Google Shape;269;p32"/>
          <p:cNvSpPr txBox="1"/>
          <p:nvPr>
            <p:ph idx="3" type="title"/>
          </p:nvPr>
        </p:nvSpPr>
        <p:spPr>
          <a:xfrm>
            <a:off x="228600" y="881625"/>
            <a:ext cx="5565300" cy="2772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1800"/>
              <a:buFont typeface="Space Grotesk"/>
              <a:buNone/>
              <a:defRPr sz="1800">
                <a:solidFill>
                  <a:schemeClr val="lt2"/>
                </a:solidFill>
              </a:defRPr>
            </a:lvl1pPr>
            <a:lvl2pPr lvl="1">
              <a:spcBef>
                <a:spcPts val="0"/>
              </a:spcBef>
              <a:spcAft>
                <a:spcPts val="0"/>
              </a:spcAft>
              <a:buClr>
                <a:schemeClr val="lt2"/>
              </a:buClr>
              <a:buSzPts val="1800"/>
              <a:buFont typeface="Space Grotesk"/>
              <a:buNone/>
              <a:defRPr sz="1800">
                <a:solidFill>
                  <a:schemeClr val="lt2"/>
                </a:solidFill>
              </a:defRPr>
            </a:lvl2pPr>
            <a:lvl3pPr lvl="2">
              <a:spcBef>
                <a:spcPts val="0"/>
              </a:spcBef>
              <a:spcAft>
                <a:spcPts val="0"/>
              </a:spcAft>
              <a:buClr>
                <a:schemeClr val="lt2"/>
              </a:buClr>
              <a:buSzPts val="1800"/>
              <a:buFont typeface="Space Grotesk"/>
              <a:buNone/>
              <a:defRPr sz="1800">
                <a:solidFill>
                  <a:schemeClr val="lt2"/>
                </a:solidFill>
              </a:defRPr>
            </a:lvl3pPr>
            <a:lvl4pPr lvl="3">
              <a:spcBef>
                <a:spcPts val="0"/>
              </a:spcBef>
              <a:spcAft>
                <a:spcPts val="0"/>
              </a:spcAft>
              <a:buClr>
                <a:schemeClr val="lt2"/>
              </a:buClr>
              <a:buSzPts val="1800"/>
              <a:buFont typeface="Space Grotesk"/>
              <a:buNone/>
              <a:defRPr sz="1800">
                <a:solidFill>
                  <a:schemeClr val="lt2"/>
                </a:solidFill>
              </a:defRPr>
            </a:lvl4pPr>
            <a:lvl5pPr lvl="4">
              <a:spcBef>
                <a:spcPts val="0"/>
              </a:spcBef>
              <a:spcAft>
                <a:spcPts val="0"/>
              </a:spcAft>
              <a:buClr>
                <a:schemeClr val="lt2"/>
              </a:buClr>
              <a:buSzPts val="1800"/>
              <a:buFont typeface="Space Grotesk"/>
              <a:buNone/>
              <a:defRPr sz="1800">
                <a:solidFill>
                  <a:schemeClr val="lt2"/>
                </a:solidFill>
              </a:defRPr>
            </a:lvl5pPr>
            <a:lvl6pPr lvl="5">
              <a:spcBef>
                <a:spcPts val="0"/>
              </a:spcBef>
              <a:spcAft>
                <a:spcPts val="0"/>
              </a:spcAft>
              <a:buClr>
                <a:schemeClr val="lt2"/>
              </a:buClr>
              <a:buSzPts val="1800"/>
              <a:buFont typeface="Space Grotesk"/>
              <a:buNone/>
              <a:defRPr sz="1800">
                <a:solidFill>
                  <a:schemeClr val="lt2"/>
                </a:solidFill>
              </a:defRPr>
            </a:lvl6pPr>
            <a:lvl7pPr lvl="6">
              <a:spcBef>
                <a:spcPts val="0"/>
              </a:spcBef>
              <a:spcAft>
                <a:spcPts val="0"/>
              </a:spcAft>
              <a:buClr>
                <a:schemeClr val="lt2"/>
              </a:buClr>
              <a:buSzPts val="1800"/>
              <a:buFont typeface="Space Grotesk"/>
              <a:buNone/>
              <a:defRPr sz="1800">
                <a:solidFill>
                  <a:schemeClr val="lt2"/>
                </a:solidFill>
              </a:defRPr>
            </a:lvl7pPr>
            <a:lvl8pPr lvl="7">
              <a:spcBef>
                <a:spcPts val="0"/>
              </a:spcBef>
              <a:spcAft>
                <a:spcPts val="0"/>
              </a:spcAft>
              <a:buClr>
                <a:schemeClr val="lt2"/>
              </a:buClr>
              <a:buSzPts val="1800"/>
              <a:buFont typeface="Space Grotesk"/>
              <a:buNone/>
              <a:defRPr sz="1800">
                <a:solidFill>
                  <a:schemeClr val="lt2"/>
                </a:solidFill>
              </a:defRPr>
            </a:lvl8pPr>
            <a:lvl9pPr lvl="8">
              <a:spcBef>
                <a:spcPts val="0"/>
              </a:spcBef>
              <a:spcAft>
                <a:spcPts val="0"/>
              </a:spcAft>
              <a:buClr>
                <a:schemeClr val="lt2"/>
              </a:buClr>
              <a:buSzPts val="1800"/>
              <a:buFont typeface="Space Grotesk"/>
              <a:buNone/>
              <a:defRPr sz="1800">
                <a:solidFill>
                  <a:schemeClr val="lt2"/>
                </a:solidFill>
              </a:defRPr>
            </a:lvl9pPr>
          </a:lstStyle>
          <a:p/>
        </p:txBody>
      </p:sp>
      <p:sp>
        <p:nvSpPr>
          <p:cNvPr id="270" name="Google Shape;270;p32"/>
          <p:cNvSpPr txBox="1"/>
          <p:nvPr>
            <p:ph idx="4" type="subTitle"/>
          </p:nvPr>
        </p:nvSpPr>
        <p:spPr>
          <a:xfrm>
            <a:off x="230900" y="1660325"/>
            <a:ext cx="4404300" cy="366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BLANK_1_1_1_1_1_1_1_1_1_1_1_1_1_1_1_1_1_1">
    <p:bg>
      <p:bgPr>
        <a:gradFill>
          <a:gsLst>
            <a:gs pos="0">
              <a:schemeClr val="accent4"/>
            </a:gs>
            <a:gs pos="100000">
              <a:schemeClr val="dk1"/>
            </a:gs>
          </a:gsLst>
          <a:path path="circle">
            <a:fillToRect b="50%" l="50%" r="50%" t="50%"/>
          </a:path>
          <a:tileRect/>
        </a:gradFill>
      </p:bgPr>
    </p:bg>
    <p:spTree>
      <p:nvGrpSpPr>
        <p:cNvPr id="271" name="Shape 271"/>
        <p:cNvGrpSpPr/>
        <p:nvPr/>
      </p:nvGrpSpPr>
      <p:grpSpPr>
        <a:xfrm>
          <a:off x="0" y="0"/>
          <a:ext cx="0" cy="0"/>
          <a:chOff x="0" y="0"/>
          <a:chExt cx="0" cy="0"/>
        </a:xfrm>
      </p:grpSpPr>
      <p:sp>
        <p:nvSpPr>
          <p:cNvPr id="272" name="Google Shape;272;p33"/>
          <p:cNvSpPr/>
          <p:nvPr>
            <p:ph idx="2" type="pic"/>
          </p:nvPr>
        </p:nvSpPr>
        <p:spPr>
          <a:xfrm>
            <a:off x="228600" y="1510550"/>
            <a:ext cx="2773500" cy="1560300"/>
          </a:xfrm>
          <a:prstGeom prst="rect">
            <a:avLst/>
          </a:prstGeom>
          <a:noFill/>
          <a:ln>
            <a:noFill/>
          </a:ln>
        </p:spPr>
      </p:sp>
      <p:sp>
        <p:nvSpPr>
          <p:cNvPr id="273" name="Google Shape;273;p33"/>
          <p:cNvSpPr/>
          <p:nvPr>
            <p:ph idx="3" type="pic"/>
          </p:nvPr>
        </p:nvSpPr>
        <p:spPr>
          <a:xfrm>
            <a:off x="3185250" y="1510550"/>
            <a:ext cx="2773500" cy="1560300"/>
          </a:xfrm>
          <a:prstGeom prst="rect">
            <a:avLst/>
          </a:prstGeom>
          <a:noFill/>
          <a:ln>
            <a:noFill/>
          </a:ln>
        </p:spPr>
      </p:sp>
      <p:sp>
        <p:nvSpPr>
          <p:cNvPr id="274" name="Google Shape;274;p33"/>
          <p:cNvSpPr/>
          <p:nvPr>
            <p:ph idx="4" type="pic"/>
          </p:nvPr>
        </p:nvSpPr>
        <p:spPr>
          <a:xfrm>
            <a:off x="6141900" y="1510550"/>
            <a:ext cx="2773500" cy="1560300"/>
          </a:xfrm>
          <a:prstGeom prst="rect">
            <a:avLst/>
          </a:prstGeom>
          <a:noFill/>
          <a:ln>
            <a:noFill/>
          </a:ln>
        </p:spPr>
      </p:sp>
      <p:sp>
        <p:nvSpPr>
          <p:cNvPr id="275" name="Google Shape;275;p33"/>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76" name="Google Shape;276;p33"/>
          <p:cNvSpPr txBox="1"/>
          <p:nvPr>
            <p:ph idx="1" type="body"/>
          </p:nvPr>
        </p:nvSpPr>
        <p:spPr>
          <a:xfrm>
            <a:off x="228600" y="3513725"/>
            <a:ext cx="2773500" cy="13014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77" name="Google Shape;277;p33"/>
          <p:cNvSpPr txBox="1"/>
          <p:nvPr>
            <p:ph idx="5" type="body"/>
          </p:nvPr>
        </p:nvSpPr>
        <p:spPr>
          <a:xfrm>
            <a:off x="3185250" y="3513725"/>
            <a:ext cx="2773500" cy="13014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78" name="Google Shape;278;p33"/>
          <p:cNvSpPr txBox="1"/>
          <p:nvPr>
            <p:ph idx="6" type="body"/>
          </p:nvPr>
        </p:nvSpPr>
        <p:spPr>
          <a:xfrm>
            <a:off x="6141900" y="3513725"/>
            <a:ext cx="2773500" cy="13014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79" name="Google Shape;279;p33"/>
          <p:cNvSpPr txBox="1"/>
          <p:nvPr>
            <p:ph idx="7" type="subTitle"/>
          </p:nvPr>
        </p:nvSpPr>
        <p:spPr>
          <a:xfrm>
            <a:off x="228600" y="3224050"/>
            <a:ext cx="2773500" cy="237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280" name="Google Shape;280;p33"/>
          <p:cNvSpPr txBox="1"/>
          <p:nvPr>
            <p:ph idx="8" type="subTitle"/>
          </p:nvPr>
        </p:nvSpPr>
        <p:spPr>
          <a:xfrm>
            <a:off x="3185250" y="3224050"/>
            <a:ext cx="2773500" cy="237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281" name="Google Shape;281;p33"/>
          <p:cNvSpPr txBox="1"/>
          <p:nvPr>
            <p:ph idx="9" type="subTitle"/>
          </p:nvPr>
        </p:nvSpPr>
        <p:spPr>
          <a:xfrm>
            <a:off x="6141900" y="3224050"/>
            <a:ext cx="2773500" cy="237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2" name="Shape 282"/>
        <p:cNvGrpSpPr/>
        <p:nvPr/>
      </p:nvGrpSpPr>
      <p:grpSpPr>
        <a:xfrm>
          <a:off x="0" y="0"/>
          <a:ext cx="0" cy="0"/>
          <a:chOff x="0" y="0"/>
          <a:chExt cx="0" cy="0"/>
        </a:xfrm>
      </p:grpSpPr>
      <p:sp>
        <p:nvSpPr>
          <p:cNvPr id="283" name="Google Shape;283;p3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84" name="Google Shape;284;p3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85" name="Shape 285"/>
        <p:cNvGrpSpPr/>
        <p:nvPr/>
      </p:nvGrpSpPr>
      <p:grpSpPr>
        <a:xfrm>
          <a:off x="0" y="0"/>
          <a:ext cx="0" cy="0"/>
          <a:chOff x="0" y="0"/>
          <a:chExt cx="0" cy="0"/>
        </a:xfrm>
      </p:grpSpPr>
      <p:sp>
        <p:nvSpPr>
          <p:cNvPr id="286" name="Google Shape;286;p3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87" name="Shape 287"/>
        <p:cNvGrpSpPr/>
        <p:nvPr/>
      </p:nvGrpSpPr>
      <p:grpSpPr>
        <a:xfrm>
          <a:off x="0" y="0"/>
          <a:ext cx="0" cy="0"/>
          <a:chOff x="0" y="0"/>
          <a:chExt cx="0" cy="0"/>
        </a:xfrm>
      </p:grpSpPr>
      <p:sp>
        <p:nvSpPr>
          <p:cNvPr id="288" name="Google Shape;288;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 name="Google Shape;289;p3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0" name="Google Shape;290;p3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91" name="Shape 291"/>
        <p:cNvGrpSpPr/>
        <p:nvPr/>
      </p:nvGrpSpPr>
      <p:grpSpPr>
        <a:xfrm>
          <a:off x="0" y="0"/>
          <a:ext cx="0" cy="0"/>
          <a:chOff x="0" y="0"/>
          <a:chExt cx="0" cy="0"/>
        </a:xfrm>
      </p:grpSpPr>
      <p:sp>
        <p:nvSpPr>
          <p:cNvPr id="292" name="Google Shape;292;p3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93" name="Google Shape;293;p3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94" name="Shape 294"/>
        <p:cNvGrpSpPr/>
        <p:nvPr/>
      </p:nvGrpSpPr>
      <p:grpSpPr>
        <a:xfrm>
          <a:off x="0" y="0"/>
          <a:ext cx="0" cy="0"/>
          <a:chOff x="0" y="0"/>
          <a:chExt cx="0" cy="0"/>
        </a:xfrm>
      </p:grpSpPr>
      <p:sp>
        <p:nvSpPr>
          <p:cNvPr id="295" name="Google Shape;295;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96" name="Google Shape;296;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97" name="Google Shape;297;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98" name="Shape 298"/>
        <p:cNvGrpSpPr/>
        <p:nvPr/>
      </p:nvGrpSpPr>
      <p:grpSpPr>
        <a:xfrm>
          <a:off x="0" y="0"/>
          <a:ext cx="0" cy="0"/>
          <a:chOff x="0" y="0"/>
          <a:chExt cx="0" cy="0"/>
        </a:xfrm>
      </p:grpSpPr>
      <p:sp>
        <p:nvSpPr>
          <p:cNvPr id="299" name="Google Shape;299;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000"/>
              <a:buNone/>
              <a:defRPr/>
            </a:lvl1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00" name="Shape 300"/>
        <p:cNvGrpSpPr/>
        <p:nvPr/>
      </p:nvGrpSpPr>
      <p:grpSpPr>
        <a:xfrm>
          <a:off x="0" y="0"/>
          <a:ext cx="0" cy="0"/>
          <a:chOff x="0" y="0"/>
          <a:chExt cx="0" cy="0"/>
        </a:xfrm>
      </p:grpSpPr>
      <p:sp>
        <p:nvSpPr>
          <p:cNvPr id="301" name="Google Shape;301;p4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02" name="Google Shape;302;p40"/>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03" name="Shape 303"/>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04" name="Shape 304"/>
        <p:cNvGrpSpPr/>
        <p:nvPr/>
      </p:nvGrpSpPr>
      <p:grpSpPr>
        <a:xfrm>
          <a:off x="0" y="0"/>
          <a:ext cx="0" cy="0"/>
          <a:chOff x="0" y="0"/>
          <a:chExt cx="0" cy="0"/>
        </a:xfrm>
      </p:grpSpPr>
      <p:sp>
        <p:nvSpPr>
          <p:cNvPr id="305" name="Google Shape;305;p42"/>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42"/>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7" name="Google Shape;307;p42"/>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8" name="Google Shape;308;p42"/>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9" name="Google Shape;309;p42"/>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42"/>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42"/>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12" name="Shape 312"/>
        <p:cNvGrpSpPr/>
        <p:nvPr/>
      </p:nvGrpSpPr>
      <p:grpSpPr>
        <a:xfrm>
          <a:off x="0" y="0"/>
          <a:ext cx="0" cy="0"/>
          <a:chOff x="0" y="0"/>
          <a:chExt cx="0" cy="0"/>
        </a:xfrm>
      </p:grpSpPr>
      <p:sp>
        <p:nvSpPr>
          <p:cNvPr id="313" name="Google Shape;313;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4" name="Google Shape;314;p43"/>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5" name="Google Shape;315;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6" name="Google Shape;316;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7" name="Google Shape;317;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18" name="Shape 318"/>
        <p:cNvGrpSpPr/>
        <p:nvPr/>
      </p:nvGrpSpPr>
      <p:grpSpPr>
        <a:xfrm>
          <a:off x="0" y="0"/>
          <a:ext cx="0" cy="0"/>
          <a:chOff x="0" y="0"/>
          <a:chExt cx="0" cy="0"/>
        </a:xfrm>
      </p:grpSpPr>
      <p:sp>
        <p:nvSpPr>
          <p:cNvPr id="319" name="Google Shape;319;p44"/>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0" name="Google Shape;320;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1" name="Google Shape;321;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22" name="Google Shape;322;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3" name="Google Shape;323;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4" name="Google Shape;324;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5" name="Google Shape;325;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26" name="Shape 326"/>
        <p:cNvGrpSpPr/>
        <p:nvPr/>
      </p:nvGrpSpPr>
      <p:grpSpPr>
        <a:xfrm>
          <a:off x="0" y="0"/>
          <a:ext cx="0" cy="0"/>
          <a:chOff x="0" y="0"/>
          <a:chExt cx="0" cy="0"/>
        </a:xfrm>
      </p:grpSpPr>
      <p:sp>
        <p:nvSpPr>
          <p:cNvPr id="327" name="Google Shape;327;p45"/>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8" name="Google Shape;328;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9" name="Google Shape;329;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0" name="Google Shape;330;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1" name="Google Shape;331;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32" name="Google Shape;332;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3" name="Google Shape;333;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4" name="Google Shape;334;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5" name="Google Shape;335;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36" name="Shape 336"/>
        <p:cNvGrpSpPr/>
        <p:nvPr/>
      </p:nvGrpSpPr>
      <p:grpSpPr>
        <a:xfrm>
          <a:off x="0" y="0"/>
          <a:ext cx="0" cy="0"/>
          <a:chOff x="0" y="0"/>
          <a:chExt cx="0" cy="0"/>
        </a:xfrm>
      </p:grpSpPr>
      <p:sp>
        <p:nvSpPr>
          <p:cNvPr id="337" name="Google Shape;337;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8" name="Google Shape;338;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39" name="Shape 339"/>
        <p:cNvGrpSpPr/>
        <p:nvPr/>
      </p:nvGrpSpPr>
      <p:grpSpPr>
        <a:xfrm>
          <a:off x="0" y="0"/>
          <a:ext cx="0" cy="0"/>
          <a:chOff x="0" y="0"/>
          <a:chExt cx="0" cy="0"/>
        </a:xfrm>
      </p:grpSpPr>
      <p:sp>
        <p:nvSpPr>
          <p:cNvPr id="340" name="Google Shape;340;p47"/>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1" name="Google Shape;341;p47"/>
          <p:cNvSpPr/>
          <p:nvPr>
            <p:ph idx="2" type="pic"/>
          </p:nvPr>
        </p:nvSpPr>
        <p:spPr>
          <a:xfrm>
            <a:off x="4804825" y="1133300"/>
            <a:ext cx="4027500" cy="2392800"/>
          </a:xfrm>
          <a:prstGeom prst="rect">
            <a:avLst/>
          </a:prstGeom>
          <a:noFill/>
          <a:ln>
            <a:noFill/>
          </a:ln>
        </p:spPr>
      </p:sp>
      <p:sp>
        <p:nvSpPr>
          <p:cNvPr id="342" name="Google Shape;342;p47"/>
          <p:cNvSpPr/>
          <p:nvPr>
            <p:ph idx="3" type="pic"/>
          </p:nvPr>
        </p:nvSpPr>
        <p:spPr>
          <a:xfrm>
            <a:off x="311725" y="1133300"/>
            <a:ext cx="4027500" cy="2392800"/>
          </a:xfrm>
          <a:prstGeom prst="rect">
            <a:avLst/>
          </a:prstGeom>
          <a:noFill/>
          <a:ln>
            <a:noFill/>
          </a:ln>
        </p:spPr>
      </p:sp>
      <p:sp>
        <p:nvSpPr>
          <p:cNvPr id="343" name="Google Shape;343;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4" name="Google Shape;344;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5" name="Google Shape;345;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46" name="Google Shape;346;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47" name="Shape 347"/>
        <p:cNvGrpSpPr/>
        <p:nvPr/>
      </p:nvGrpSpPr>
      <p:grpSpPr>
        <a:xfrm>
          <a:off x="0" y="0"/>
          <a:ext cx="0" cy="0"/>
          <a:chOff x="0" y="0"/>
          <a:chExt cx="0" cy="0"/>
        </a:xfrm>
      </p:grpSpPr>
      <p:sp>
        <p:nvSpPr>
          <p:cNvPr id="348" name="Google Shape;348;p48"/>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49" name="Shape 349"/>
        <p:cNvGrpSpPr/>
        <p:nvPr/>
      </p:nvGrpSpPr>
      <p:grpSpPr>
        <a:xfrm>
          <a:off x="0" y="0"/>
          <a:ext cx="0" cy="0"/>
          <a:chOff x="0" y="0"/>
          <a:chExt cx="0" cy="0"/>
        </a:xfrm>
      </p:grpSpPr>
      <p:sp>
        <p:nvSpPr>
          <p:cNvPr id="350" name="Google Shape;350;p49"/>
          <p:cNvSpPr/>
          <p:nvPr>
            <p:ph idx="2" type="pic"/>
          </p:nvPr>
        </p:nvSpPr>
        <p:spPr>
          <a:xfrm>
            <a:off x="3389600" y="118913"/>
            <a:ext cx="1643700" cy="1535100"/>
          </a:xfrm>
          <a:prstGeom prst="rect">
            <a:avLst/>
          </a:prstGeom>
          <a:noFill/>
          <a:ln>
            <a:noFill/>
          </a:ln>
        </p:spPr>
      </p:sp>
      <p:sp>
        <p:nvSpPr>
          <p:cNvPr id="351" name="Google Shape;351;p49"/>
          <p:cNvSpPr/>
          <p:nvPr>
            <p:ph idx="3" type="pic"/>
          </p:nvPr>
        </p:nvSpPr>
        <p:spPr>
          <a:xfrm>
            <a:off x="5195935" y="118913"/>
            <a:ext cx="1643700" cy="1535100"/>
          </a:xfrm>
          <a:prstGeom prst="rect">
            <a:avLst/>
          </a:prstGeom>
          <a:noFill/>
          <a:ln>
            <a:noFill/>
          </a:ln>
        </p:spPr>
      </p:sp>
      <p:sp>
        <p:nvSpPr>
          <p:cNvPr id="352" name="Google Shape;352;p49"/>
          <p:cNvSpPr/>
          <p:nvPr>
            <p:ph idx="4" type="pic"/>
          </p:nvPr>
        </p:nvSpPr>
        <p:spPr>
          <a:xfrm>
            <a:off x="7002270" y="118913"/>
            <a:ext cx="1643700" cy="1535100"/>
          </a:xfrm>
          <a:prstGeom prst="rect">
            <a:avLst/>
          </a:prstGeom>
          <a:noFill/>
          <a:ln>
            <a:noFill/>
          </a:ln>
        </p:spPr>
      </p:sp>
      <p:sp>
        <p:nvSpPr>
          <p:cNvPr id="353" name="Google Shape;353;p49"/>
          <p:cNvSpPr/>
          <p:nvPr>
            <p:ph idx="5" type="pic"/>
          </p:nvPr>
        </p:nvSpPr>
        <p:spPr>
          <a:xfrm>
            <a:off x="3389588" y="1804212"/>
            <a:ext cx="1643700" cy="1535100"/>
          </a:xfrm>
          <a:prstGeom prst="rect">
            <a:avLst/>
          </a:prstGeom>
          <a:noFill/>
          <a:ln>
            <a:noFill/>
          </a:ln>
        </p:spPr>
      </p:sp>
      <p:sp>
        <p:nvSpPr>
          <p:cNvPr id="354" name="Google Shape;354;p49"/>
          <p:cNvSpPr/>
          <p:nvPr>
            <p:ph idx="6" type="pic"/>
          </p:nvPr>
        </p:nvSpPr>
        <p:spPr>
          <a:xfrm>
            <a:off x="5195922" y="1804212"/>
            <a:ext cx="1643700" cy="1535100"/>
          </a:xfrm>
          <a:prstGeom prst="rect">
            <a:avLst/>
          </a:prstGeom>
          <a:noFill/>
          <a:ln>
            <a:noFill/>
          </a:ln>
        </p:spPr>
      </p:sp>
      <p:sp>
        <p:nvSpPr>
          <p:cNvPr id="355" name="Google Shape;355;p49"/>
          <p:cNvSpPr/>
          <p:nvPr>
            <p:ph idx="7" type="pic"/>
          </p:nvPr>
        </p:nvSpPr>
        <p:spPr>
          <a:xfrm>
            <a:off x="7002257" y="1804212"/>
            <a:ext cx="1643700" cy="1535100"/>
          </a:xfrm>
          <a:prstGeom prst="rect">
            <a:avLst/>
          </a:prstGeom>
          <a:noFill/>
          <a:ln>
            <a:noFill/>
          </a:ln>
        </p:spPr>
      </p:sp>
      <p:sp>
        <p:nvSpPr>
          <p:cNvPr id="356" name="Google Shape;356;p49"/>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7" name="Google Shape;357;p49"/>
          <p:cNvSpPr/>
          <p:nvPr>
            <p:ph idx="8" type="pic"/>
          </p:nvPr>
        </p:nvSpPr>
        <p:spPr>
          <a:xfrm>
            <a:off x="3389588" y="3489487"/>
            <a:ext cx="1643700" cy="1535100"/>
          </a:xfrm>
          <a:prstGeom prst="rect">
            <a:avLst/>
          </a:prstGeom>
          <a:noFill/>
          <a:ln>
            <a:noFill/>
          </a:ln>
        </p:spPr>
      </p:sp>
      <p:sp>
        <p:nvSpPr>
          <p:cNvPr id="358" name="Google Shape;358;p49"/>
          <p:cNvSpPr/>
          <p:nvPr>
            <p:ph idx="9" type="pic"/>
          </p:nvPr>
        </p:nvSpPr>
        <p:spPr>
          <a:xfrm>
            <a:off x="5195922" y="3489487"/>
            <a:ext cx="1643700" cy="1535100"/>
          </a:xfrm>
          <a:prstGeom prst="rect">
            <a:avLst/>
          </a:prstGeom>
          <a:noFill/>
          <a:ln>
            <a:noFill/>
          </a:ln>
        </p:spPr>
      </p:sp>
      <p:sp>
        <p:nvSpPr>
          <p:cNvPr id="359" name="Google Shape;359;p4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theme" Target="../theme/theme3.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88025" y="635200"/>
            <a:ext cx="5802000" cy="22773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4800"/>
              <a:buFont typeface="Space Grotesk"/>
              <a:buNone/>
              <a:defRPr sz="4800">
                <a:solidFill>
                  <a:schemeClr val="lt1"/>
                </a:solidFill>
                <a:latin typeface="Space Grotesk"/>
                <a:ea typeface="Space Grotesk"/>
                <a:cs typeface="Space Grotesk"/>
                <a:sym typeface="Space Grotesk"/>
              </a:defRPr>
            </a:lvl1pPr>
            <a:lvl2pPr lvl="1">
              <a:spcBef>
                <a:spcPts val="0"/>
              </a:spcBef>
              <a:spcAft>
                <a:spcPts val="0"/>
              </a:spcAft>
              <a:buSzPts val="1400"/>
              <a:buFont typeface="Space Grotesk"/>
              <a:buNone/>
              <a:defRPr>
                <a:latin typeface="Space Grotesk"/>
                <a:ea typeface="Space Grotesk"/>
                <a:cs typeface="Space Grotesk"/>
                <a:sym typeface="Space Grotesk"/>
              </a:defRPr>
            </a:lvl2pPr>
            <a:lvl3pPr lvl="2">
              <a:spcBef>
                <a:spcPts val="0"/>
              </a:spcBef>
              <a:spcAft>
                <a:spcPts val="0"/>
              </a:spcAft>
              <a:buSzPts val="1400"/>
              <a:buFont typeface="Space Grotesk"/>
              <a:buNone/>
              <a:defRPr>
                <a:latin typeface="Space Grotesk"/>
                <a:ea typeface="Space Grotesk"/>
                <a:cs typeface="Space Grotesk"/>
                <a:sym typeface="Space Grotesk"/>
              </a:defRPr>
            </a:lvl3pPr>
            <a:lvl4pPr lvl="3">
              <a:spcBef>
                <a:spcPts val="0"/>
              </a:spcBef>
              <a:spcAft>
                <a:spcPts val="0"/>
              </a:spcAft>
              <a:buSzPts val="1400"/>
              <a:buFont typeface="Space Grotesk"/>
              <a:buNone/>
              <a:defRPr>
                <a:latin typeface="Space Grotesk"/>
                <a:ea typeface="Space Grotesk"/>
                <a:cs typeface="Space Grotesk"/>
                <a:sym typeface="Space Grotesk"/>
              </a:defRPr>
            </a:lvl4pPr>
            <a:lvl5pPr lvl="4">
              <a:spcBef>
                <a:spcPts val="0"/>
              </a:spcBef>
              <a:spcAft>
                <a:spcPts val="0"/>
              </a:spcAft>
              <a:buSzPts val="1400"/>
              <a:buFont typeface="Space Grotesk"/>
              <a:buNone/>
              <a:defRPr>
                <a:latin typeface="Space Grotesk"/>
                <a:ea typeface="Space Grotesk"/>
                <a:cs typeface="Space Grotesk"/>
                <a:sym typeface="Space Grotesk"/>
              </a:defRPr>
            </a:lvl5pPr>
            <a:lvl6pPr lvl="5">
              <a:spcBef>
                <a:spcPts val="0"/>
              </a:spcBef>
              <a:spcAft>
                <a:spcPts val="0"/>
              </a:spcAft>
              <a:buSzPts val="1400"/>
              <a:buFont typeface="Space Grotesk"/>
              <a:buNone/>
              <a:defRPr>
                <a:latin typeface="Space Grotesk"/>
                <a:ea typeface="Space Grotesk"/>
                <a:cs typeface="Space Grotesk"/>
                <a:sym typeface="Space Grotesk"/>
              </a:defRPr>
            </a:lvl6pPr>
            <a:lvl7pPr lvl="6">
              <a:spcBef>
                <a:spcPts val="0"/>
              </a:spcBef>
              <a:spcAft>
                <a:spcPts val="0"/>
              </a:spcAft>
              <a:buSzPts val="1400"/>
              <a:buFont typeface="Space Grotesk"/>
              <a:buNone/>
              <a:defRPr>
                <a:latin typeface="Space Grotesk"/>
                <a:ea typeface="Space Grotesk"/>
                <a:cs typeface="Space Grotesk"/>
                <a:sym typeface="Space Grotesk"/>
              </a:defRPr>
            </a:lvl7pPr>
            <a:lvl8pPr lvl="7">
              <a:spcBef>
                <a:spcPts val="0"/>
              </a:spcBef>
              <a:spcAft>
                <a:spcPts val="0"/>
              </a:spcAft>
              <a:buSzPts val="1400"/>
              <a:buFont typeface="Space Grotesk"/>
              <a:buNone/>
              <a:defRPr>
                <a:latin typeface="Space Grotesk"/>
                <a:ea typeface="Space Grotesk"/>
                <a:cs typeface="Space Grotesk"/>
                <a:sym typeface="Space Grotesk"/>
              </a:defRPr>
            </a:lvl8pPr>
            <a:lvl9pPr lvl="8">
              <a:spcBef>
                <a:spcPts val="0"/>
              </a:spcBef>
              <a:spcAft>
                <a:spcPts val="0"/>
              </a:spcAft>
              <a:buSzPts val="1400"/>
              <a:buFont typeface="Space Grotesk"/>
              <a:buNone/>
              <a:defRPr>
                <a:latin typeface="Space Grotesk"/>
                <a:ea typeface="Space Grotesk"/>
                <a:cs typeface="Space Grotesk"/>
                <a:sym typeface="Space Grotesk"/>
              </a:defRPr>
            </a:lvl9pPr>
          </a:lstStyle>
          <a:p/>
        </p:txBody>
      </p:sp>
      <p:sp>
        <p:nvSpPr>
          <p:cNvPr id="52" name="Google Shape;52;p13"/>
          <p:cNvSpPr txBox="1"/>
          <p:nvPr>
            <p:ph idx="1" type="body"/>
          </p:nvPr>
        </p:nvSpPr>
        <p:spPr>
          <a:xfrm>
            <a:off x="611950" y="2966800"/>
            <a:ext cx="4547100" cy="1642200"/>
          </a:xfrm>
          <a:prstGeom prst="rect">
            <a:avLst/>
          </a:prstGeom>
          <a:noFill/>
          <a:ln>
            <a:noFill/>
          </a:ln>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1pPr>
            <a:lvl2pPr indent="-292100" lvl="1" marL="9144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2pPr>
            <a:lvl3pPr indent="-292100" lvl="2" marL="13716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3pPr>
            <a:lvl4pPr indent="-292100" lvl="3" marL="18288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4pPr>
            <a:lvl5pPr indent="-292100" lvl="4" marL="22860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5pPr>
            <a:lvl6pPr indent="-292100" lvl="5" marL="27432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6pPr>
            <a:lvl7pPr indent="-292100" lvl="6" marL="32004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7pPr>
            <a:lvl8pPr indent="-292100" lvl="7" marL="36576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8pPr>
            <a:lvl9pPr indent="-292100" lvl="8" marL="41148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forms.gle/k7wtgkuVy6ajwe6Y6" TargetMode="External"/><Relationship Id="rId4" Type="http://schemas.openxmlformats.org/officeDocument/2006/relationships/hyperlink" Target="https://docs.google.com/spreadsheets/d/1R2z2ElKaCtTNu5WOVXOrM7ToNQHW6ILHxJ7syIeqlBo/edit?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hyperlink" Target="https://www.figma.com/design/U8jmeeQLLuDIv2CGUm962B/login--Community-?node-id=0-1&amp;t=M6rXVHBOdn9B7fBf-1" TargetMode="External"/><Relationship Id="rId4" Type="http://schemas.openxmlformats.org/officeDocument/2006/relationships/hyperlink" Target="https://stitch.withgoogle.com/projects/4065849072144039109" TargetMode="External"/><Relationship Id="rId5" Type="http://schemas.openxmlformats.org/officeDocument/2006/relationships/hyperlink" Target="https://www.figma.com/make/xBypXRzJ3X6PoQVv73sbHf/LearnMate-AI-Mobile-App-UI?node-id=0-4&amp;t=MSWYPIrn8RRFpJq7-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0"/>
          <p:cNvSpPr txBox="1"/>
          <p:nvPr>
            <p:ph type="title"/>
          </p:nvPr>
        </p:nvSpPr>
        <p:spPr>
          <a:xfrm>
            <a:off x="1404300" y="490175"/>
            <a:ext cx="7551000" cy="14778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rPr b="1" lang="en" sz="4800">
                <a:latin typeface="Raleway"/>
                <a:ea typeface="Raleway"/>
                <a:cs typeface="Raleway"/>
                <a:sym typeface="Raleway"/>
              </a:rPr>
              <a:t>AI BASED PERSONALIZED       LEARNING APP</a:t>
            </a:r>
            <a:endParaRPr/>
          </a:p>
        </p:txBody>
      </p:sp>
      <p:sp>
        <p:nvSpPr>
          <p:cNvPr id="365" name="Google Shape;365;p50"/>
          <p:cNvSpPr txBox="1"/>
          <p:nvPr/>
        </p:nvSpPr>
        <p:spPr>
          <a:xfrm>
            <a:off x="4864125" y="2694750"/>
            <a:ext cx="3746100" cy="2110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700">
                <a:solidFill>
                  <a:schemeClr val="lt1"/>
                </a:solidFill>
                <a:latin typeface="Lato"/>
                <a:ea typeface="Lato"/>
                <a:cs typeface="Lato"/>
                <a:sym typeface="Lato"/>
              </a:rPr>
              <a:t>Team Members:</a:t>
            </a:r>
            <a:endParaRPr sz="1700">
              <a:solidFill>
                <a:schemeClr val="lt1"/>
              </a:solidFill>
              <a:latin typeface="Lato"/>
              <a:ea typeface="Lato"/>
              <a:cs typeface="Lato"/>
              <a:sym typeface="Lato"/>
            </a:endParaRPr>
          </a:p>
          <a:p>
            <a:pPr indent="0" lvl="0" marL="0" rtl="0" algn="r">
              <a:spcBef>
                <a:spcPts val="0"/>
              </a:spcBef>
              <a:spcAft>
                <a:spcPts val="0"/>
              </a:spcAft>
              <a:buNone/>
            </a:pPr>
            <a:r>
              <a:t/>
            </a:r>
            <a:endParaRPr sz="1700">
              <a:solidFill>
                <a:schemeClr val="lt1"/>
              </a:solidFill>
              <a:latin typeface="Lato"/>
              <a:ea typeface="Lato"/>
              <a:cs typeface="Lato"/>
              <a:sym typeface="Lato"/>
            </a:endParaRPr>
          </a:p>
          <a:p>
            <a:pPr indent="0" lvl="0" marL="0" rtl="0" algn="r">
              <a:spcBef>
                <a:spcPts val="0"/>
              </a:spcBef>
              <a:spcAft>
                <a:spcPts val="0"/>
              </a:spcAft>
              <a:buNone/>
            </a:pPr>
            <a:r>
              <a:rPr lang="en" sz="1700">
                <a:solidFill>
                  <a:schemeClr val="lt1"/>
                </a:solidFill>
                <a:latin typeface="Lato"/>
                <a:ea typeface="Lato"/>
                <a:cs typeface="Lato"/>
                <a:sym typeface="Lato"/>
              </a:rPr>
              <a:t>Mirudhula K</a:t>
            </a:r>
            <a:endParaRPr sz="1700">
              <a:solidFill>
                <a:schemeClr val="lt1"/>
              </a:solidFill>
              <a:latin typeface="Lato"/>
              <a:ea typeface="Lato"/>
              <a:cs typeface="Lato"/>
              <a:sym typeface="Lato"/>
            </a:endParaRPr>
          </a:p>
          <a:p>
            <a:pPr indent="0" lvl="0" marL="0" rtl="0" algn="r">
              <a:spcBef>
                <a:spcPts val="0"/>
              </a:spcBef>
              <a:spcAft>
                <a:spcPts val="0"/>
              </a:spcAft>
              <a:buNone/>
            </a:pPr>
            <a:r>
              <a:rPr lang="en" sz="1700">
                <a:solidFill>
                  <a:schemeClr val="lt1"/>
                </a:solidFill>
                <a:latin typeface="Lato"/>
                <a:ea typeface="Lato"/>
                <a:cs typeface="Lato"/>
                <a:sym typeface="Lato"/>
              </a:rPr>
              <a:t>Pavithra devi S</a:t>
            </a:r>
            <a:endParaRPr sz="1700">
              <a:solidFill>
                <a:schemeClr val="lt1"/>
              </a:solidFill>
              <a:latin typeface="Lato"/>
              <a:ea typeface="Lato"/>
              <a:cs typeface="Lato"/>
              <a:sym typeface="Lato"/>
            </a:endParaRPr>
          </a:p>
          <a:p>
            <a:pPr indent="0" lvl="0" marL="0" rtl="0" algn="r">
              <a:spcBef>
                <a:spcPts val="0"/>
              </a:spcBef>
              <a:spcAft>
                <a:spcPts val="0"/>
              </a:spcAft>
              <a:buNone/>
            </a:pPr>
            <a:r>
              <a:rPr lang="en" sz="1700">
                <a:solidFill>
                  <a:schemeClr val="lt1"/>
                </a:solidFill>
                <a:latin typeface="Lato"/>
                <a:ea typeface="Lato"/>
                <a:cs typeface="Lato"/>
                <a:sym typeface="Lato"/>
              </a:rPr>
              <a:t>Pirithika P</a:t>
            </a:r>
            <a:endParaRPr sz="1700">
              <a:solidFill>
                <a:schemeClr val="lt1"/>
              </a:solidFill>
              <a:latin typeface="Lato"/>
              <a:ea typeface="Lato"/>
              <a:cs typeface="Lato"/>
              <a:sym typeface="Lato"/>
            </a:endParaRPr>
          </a:p>
          <a:p>
            <a:pPr indent="0" lvl="0" marL="0" rtl="0" algn="r">
              <a:spcBef>
                <a:spcPts val="0"/>
              </a:spcBef>
              <a:spcAft>
                <a:spcPts val="0"/>
              </a:spcAft>
              <a:buNone/>
            </a:pPr>
            <a:r>
              <a:rPr lang="en" sz="1700">
                <a:solidFill>
                  <a:schemeClr val="lt1"/>
                </a:solidFill>
                <a:latin typeface="Lato"/>
                <a:ea typeface="Lato"/>
                <a:cs typeface="Lato"/>
                <a:sym typeface="Lato"/>
              </a:rPr>
              <a:t>Preethika V</a:t>
            </a:r>
            <a:endParaRPr sz="1700">
              <a:solidFill>
                <a:schemeClr val="lt1"/>
              </a:solidFill>
              <a:latin typeface="Lato"/>
              <a:ea typeface="Lato"/>
              <a:cs typeface="Lato"/>
              <a:sym typeface="Lato"/>
            </a:endParaRPr>
          </a:p>
          <a:p>
            <a:pPr indent="0" lvl="0" marL="0" rtl="0" algn="r">
              <a:spcBef>
                <a:spcPts val="0"/>
              </a:spcBef>
              <a:spcAft>
                <a:spcPts val="0"/>
              </a:spcAft>
              <a:buNone/>
            </a:pPr>
            <a:r>
              <a:rPr lang="en" sz="1700">
                <a:solidFill>
                  <a:schemeClr val="lt1"/>
                </a:solidFill>
                <a:latin typeface="Lato"/>
                <a:ea typeface="Lato"/>
                <a:cs typeface="Lato"/>
                <a:sym typeface="Lato"/>
              </a:rPr>
              <a:t>Pranavi G</a:t>
            </a:r>
            <a:endParaRPr sz="1000">
              <a:solidFill>
                <a:schemeClr val="lt1"/>
              </a:solidFill>
              <a:latin typeface="Roboto"/>
              <a:ea typeface="Roboto"/>
              <a:cs typeface="Roboto"/>
              <a:sym typeface="Roboto"/>
            </a:endParaRPr>
          </a:p>
        </p:txBody>
      </p:sp>
      <p:sp>
        <p:nvSpPr>
          <p:cNvPr id="366" name="Google Shape;366;p50"/>
          <p:cNvSpPr txBox="1"/>
          <p:nvPr/>
        </p:nvSpPr>
        <p:spPr>
          <a:xfrm>
            <a:off x="224650" y="3691000"/>
            <a:ext cx="5981400" cy="9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lt1"/>
                </a:solidFill>
                <a:latin typeface="Roboto"/>
                <a:ea typeface="Roboto"/>
                <a:cs typeface="Roboto"/>
                <a:sym typeface="Roboto"/>
              </a:rPr>
              <a:t>Team Name: Quantum learners</a:t>
            </a:r>
            <a:endParaRPr sz="1700">
              <a:solidFill>
                <a:schemeClr val="lt1"/>
              </a:solidFill>
              <a:latin typeface="Roboto"/>
              <a:ea typeface="Roboto"/>
              <a:cs typeface="Roboto"/>
              <a:sym typeface="Roboto"/>
            </a:endParaRPr>
          </a:p>
          <a:p>
            <a:pPr indent="0" lvl="0" marL="0" rtl="0" algn="l">
              <a:spcBef>
                <a:spcPts val="0"/>
              </a:spcBef>
              <a:spcAft>
                <a:spcPts val="0"/>
              </a:spcAft>
              <a:buNone/>
            </a:pPr>
            <a:r>
              <a:rPr lang="en" sz="1700">
                <a:solidFill>
                  <a:schemeClr val="lt1"/>
                </a:solidFill>
                <a:latin typeface="Roboto"/>
                <a:ea typeface="Roboto"/>
                <a:cs typeface="Roboto"/>
                <a:sym typeface="Roboto"/>
              </a:rPr>
              <a:t>College Name: </a:t>
            </a:r>
            <a:br>
              <a:rPr lang="en" sz="1700">
                <a:solidFill>
                  <a:schemeClr val="lt1"/>
                </a:solidFill>
                <a:latin typeface="Roboto"/>
                <a:ea typeface="Roboto"/>
                <a:cs typeface="Roboto"/>
                <a:sym typeface="Roboto"/>
              </a:rPr>
            </a:br>
            <a:r>
              <a:rPr lang="en" sz="1700">
                <a:solidFill>
                  <a:schemeClr val="lt1"/>
                </a:solidFill>
                <a:latin typeface="Roboto"/>
                <a:ea typeface="Roboto"/>
                <a:cs typeface="Roboto"/>
                <a:sym typeface="Roboto"/>
              </a:rPr>
              <a:t>Karpaga VInayaga College of Engineering and Technology</a:t>
            </a:r>
            <a:endParaRPr sz="1700">
              <a:solidFill>
                <a:schemeClr val="l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1"/>
          <p:cNvSpPr txBox="1"/>
          <p:nvPr>
            <p:ph type="title"/>
          </p:nvPr>
        </p:nvSpPr>
        <p:spPr>
          <a:xfrm>
            <a:off x="2040900" y="378850"/>
            <a:ext cx="5062200" cy="4848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sz="3500"/>
              <a:t>PROBLEM STATEMENT</a:t>
            </a:r>
            <a:endParaRPr b="1" sz="3500"/>
          </a:p>
        </p:txBody>
      </p:sp>
      <p:sp>
        <p:nvSpPr>
          <p:cNvPr id="372" name="Google Shape;372;p51"/>
          <p:cNvSpPr txBox="1"/>
          <p:nvPr/>
        </p:nvSpPr>
        <p:spPr>
          <a:xfrm>
            <a:off x="1160850" y="1356000"/>
            <a:ext cx="7357200" cy="328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lt1"/>
                </a:solidFill>
                <a:latin typeface="Roboto"/>
                <a:ea typeface="Roboto"/>
                <a:cs typeface="Roboto"/>
                <a:sym typeface="Roboto"/>
              </a:rPr>
              <a:t>Traditional e-learning platforms often follow a one-size-fits-all approach, providing the same lessons and pace for every learner regardless of their individual learning styles. This lack of personalization leads to disengagement, reduced motivation, and poor retention. Learners struggle to stay consistent and often feel overwhelmed or left behind. There is a growing need for an </a:t>
            </a:r>
            <a:r>
              <a:rPr b="1" lang="en" sz="1700">
                <a:solidFill>
                  <a:schemeClr val="lt1"/>
                </a:solidFill>
                <a:latin typeface="Roboto"/>
                <a:ea typeface="Roboto"/>
                <a:cs typeface="Roboto"/>
                <a:sym typeface="Roboto"/>
              </a:rPr>
              <a:t>AI-based adaptive learning app</a:t>
            </a:r>
            <a:r>
              <a:rPr lang="en" sz="1700">
                <a:solidFill>
                  <a:schemeClr val="lt1"/>
                </a:solidFill>
                <a:latin typeface="Roboto"/>
                <a:ea typeface="Roboto"/>
                <a:cs typeface="Roboto"/>
                <a:sym typeface="Roboto"/>
              </a:rPr>
              <a:t> that understands each user’s learning behavior, recommends suitable lessons and quizzes, visualizes progress through gamified elements, and provides a calm, focused environment. The solution should also ensure accessibility and inclusivity, enabling all learners to thrive at their own pace.</a:t>
            </a:r>
            <a:endParaRPr sz="1700">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2"/>
          <p:cNvSpPr txBox="1"/>
          <p:nvPr>
            <p:ph type="title"/>
          </p:nvPr>
        </p:nvSpPr>
        <p:spPr>
          <a:xfrm>
            <a:off x="1310525" y="226500"/>
            <a:ext cx="7211100" cy="679500"/>
          </a:xfrm>
          <a:prstGeom prst="rect">
            <a:avLst/>
          </a:prstGeom>
        </p:spPr>
        <p:txBody>
          <a:bodyPr anchorCtr="0" anchor="t" bIns="0" lIns="0" spcFirstLastPara="1" rIns="0" wrap="square" tIns="0">
            <a:noAutofit/>
          </a:bodyPr>
          <a:lstStyle/>
          <a:p>
            <a:pPr indent="0" lvl="0" marL="0" rtl="0" algn="ctr">
              <a:lnSpc>
                <a:spcPct val="90000"/>
              </a:lnSpc>
              <a:spcBef>
                <a:spcPts val="0"/>
              </a:spcBef>
              <a:spcAft>
                <a:spcPts val="0"/>
              </a:spcAft>
              <a:buNone/>
            </a:pPr>
            <a:r>
              <a:rPr b="1" lang="en" sz="3500">
                <a:latin typeface="Space Grotesk"/>
                <a:ea typeface="Space Grotesk"/>
                <a:cs typeface="Space Grotesk"/>
                <a:sym typeface="Space Grotesk"/>
              </a:rPr>
              <a:t>USER INTERVIEW QUESTIONS</a:t>
            </a:r>
            <a:endParaRPr b="1" sz="2500">
              <a:latin typeface="Arial"/>
              <a:ea typeface="Arial"/>
              <a:cs typeface="Arial"/>
              <a:sym typeface="Arial"/>
            </a:endParaRPr>
          </a:p>
        </p:txBody>
      </p:sp>
      <p:sp>
        <p:nvSpPr>
          <p:cNvPr id="378" name="Google Shape;378;p52"/>
          <p:cNvSpPr txBox="1"/>
          <p:nvPr/>
        </p:nvSpPr>
        <p:spPr>
          <a:xfrm>
            <a:off x="815225" y="1013250"/>
            <a:ext cx="8201700" cy="37824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lt1"/>
              </a:buClr>
              <a:buSzPts val="1000"/>
              <a:buFont typeface="Roboto"/>
              <a:buAutoNum type="arabicPeriod"/>
            </a:pPr>
            <a:r>
              <a:rPr lang="en" sz="1000">
                <a:solidFill>
                  <a:schemeClr val="lt1"/>
                </a:solidFill>
                <a:latin typeface="Roboto"/>
                <a:ea typeface="Roboto"/>
                <a:cs typeface="Roboto"/>
                <a:sym typeface="Roboto"/>
              </a:rPr>
              <a:t>What challenges do you face while learning from traditional e-learning apps?</a:t>
            </a:r>
            <a:endParaRPr sz="1000">
              <a:solidFill>
                <a:schemeClr val="lt1"/>
              </a:solidFill>
              <a:latin typeface="Roboto"/>
              <a:ea typeface="Roboto"/>
              <a:cs typeface="Roboto"/>
              <a:sym typeface="Roboto"/>
            </a:endParaRPr>
          </a:p>
          <a:p>
            <a:pPr indent="0" lvl="0" marL="0" rtl="0" algn="l">
              <a:spcBef>
                <a:spcPts val="0"/>
              </a:spcBef>
              <a:spcAft>
                <a:spcPts val="0"/>
              </a:spcAft>
              <a:buNone/>
            </a:pPr>
            <a:r>
              <a:t/>
            </a:r>
            <a:endParaRPr sz="1000">
              <a:solidFill>
                <a:schemeClr val="lt1"/>
              </a:solidFill>
              <a:latin typeface="Roboto"/>
              <a:ea typeface="Roboto"/>
              <a:cs typeface="Roboto"/>
              <a:sym typeface="Roboto"/>
            </a:endParaRPr>
          </a:p>
          <a:p>
            <a:pPr indent="-292100" lvl="0" marL="457200" rtl="0" algn="l">
              <a:spcBef>
                <a:spcPts val="0"/>
              </a:spcBef>
              <a:spcAft>
                <a:spcPts val="0"/>
              </a:spcAft>
              <a:buClr>
                <a:schemeClr val="lt1"/>
              </a:buClr>
              <a:buSzPts val="1000"/>
              <a:buFont typeface="Roboto"/>
              <a:buAutoNum type="arabicPeriod"/>
            </a:pPr>
            <a:r>
              <a:rPr lang="en" sz="1000">
                <a:solidFill>
                  <a:schemeClr val="lt1"/>
                </a:solidFill>
                <a:latin typeface="Roboto"/>
                <a:ea typeface="Roboto"/>
                <a:cs typeface="Roboto"/>
                <a:sym typeface="Roboto"/>
              </a:rPr>
              <a:t>Do you feel the same lessons and pace suit every learner?</a:t>
            </a:r>
            <a:endParaRPr sz="1000">
              <a:solidFill>
                <a:schemeClr val="lt1"/>
              </a:solidFill>
              <a:latin typeface="Roboto"/>
              <a:ea typeface="Roboto"/>
              <a:cs typeface="Roboto"/>
              <a:sym typeface="Roboto"/>
            </a:endParaRPr>
          </a:p>
          <a:p>
            <a:pPr indent="0" lvl="0" marL="0" rtl="0" algn="l">
              <a:spcBef>
                <a:spcPts val="0"/>
              </a:spcBef>
              <a:spcAft>
                <a:spcPts val="0"/>
              </a:spcAft>
              <a:buNone/>
            </a:pPr>
            <a:r>
              <a:t/>
            </a:r>
            <a:endParaRPr sz="1000">
              <a:solidFill>
                <a:schemeClr val="lt1"/>
              </a:solidFill>
              <a:latin typeface="Roboto"/>
              <a:ea typeface="Roboto"/>
              <a:cs typeface="Roboto"/>
              <a:sym typeface="Roboto"/>
            </a:endParaRPr>
          </a:p>
          <a:p>
            <a:pPr indent="-292100" lvl="0" marL="457200" rtl="0" algn="l">
              <a:spcBef>
                <a:spcPts val="0"/>
              </a:spcBef>
              <a:spcAft>
                <a:spcPts val="0"/>
              </a:spcAft>
              <a:buClr>
                <a:schemeClr val="lt1"/>
              </a:buClr>
              <a:buSzPts val="1000"/>
              <a:buFont typeface="Roboto"/>
              <a:buAutoNum type="arabicPeriod"/>
            </a:pPr>
            <a:r>
              <a:rPr lang="en" sz="1000">
                <a:solidFill>
                  <a:schemeClr val="lt1"/>
                </a:solidFill>
                <a:latin typeface="Roboto"/>
                <a:ea typeface="Roboto"/>
                <a:cs typeface="Roboto"/>
                <a:sym typeface="Roboto"/>
              </a:rPr>
              <a:t>How would you like an app to adapt to your learning speed and style?</a:t>
            </a:r>
            <a:endParaRPr sz="1000">
              <a:solidFill>
                <a:schemeClr val="lt1"/>
              </a:solidFill>
              <a:latin typeface="Roboto"/>
              <a:ea typeface="Roboto"/>
              <a:cs typeface="Roboto"/>
              <a:sym typeface="Roboto"/>
            </a:endParaRPr>
          </a:p>
          <a:p>
            <a:pPr indent="0" lvl="0" marL="0" rtl="0" algn="l">
              <a:spcBef>
                <a:spcPts val="0"/>
              </a:spcBef>
              <a:spcAft>
                <a:spcPts val="0"/>
              </a:spcAft>
              <a:buNone/>
            </a:pPr>
            <a:r>
              <a:t/>
            </a:r>
            <a:endParaRPr sz="1000">
              <a:solidFill>
                <a:schemeClr val="lt1"/>
              </a:solidFill>
              <a:latin typeface="Roboto"/>
              <a:ea typeface="Roboto"/>
              <a:cs typeface="Roboto"/>
              <a:sym typeface="Roboto"/>
            </a:endParaRPr>
          </a:p>
          <a:p>
            <a:pPr indent="-292100" lvl="0" marL="457200" rtl="0" algn="l">
              <a:spcBef>
                <a:spcPts val="0"/>
              </a:spcBef>
              <a:spcAft>
                <a:spcPts val="0"/>
              </a:spcAft>
              <a:buClr>
                <a:schemeClr val="lt1"/>
              </a:buClr>
              <a:buSzPts val="1000"/>
              <a:buFont typeface="Roboto"/>
              <a:buAutoNum type="arabicPeriod"/>
            </a:pPr>
            <a:r>
              <a:rPr lang="en" sz="1000">
                <a:solidFill>
                  <a:schemeClr val="lt1"/>
                </a:solidFill>
                <a:latin typeface="Roboto"/>
                <a:ea typeface="Roboto"/>
                <a:cs typeface="Roboto"/>
                <a:sym typeface="Roboto"/>
              </a:rPr>
              <a:t>Would AI-based lesson recommendations help you learn better?</a:t>
            </a:r>
            <a:endParaRPr sz="1000">
              <a:solidFill>
                <a:schemeClr val="lt1"/>
              </a:solidFill>
              <a:latin typeface="Roboto"/>
              <a:ea typeface="Roboto"/>
              <a:cs typeface="Roboto"/>
              <a:sym typeface="Roboto"/>
            </a:endParaRPr>
          </a:p>
          <a:p>
            <a:pPr indent="0" lvl="0" marL="0" rtl="0" algn="l">
              <a:spcBef>
                <a:spcPts val="0"/>
              </a:spcBef>
              <a:spcAft>
                <a:spcPts val="0"/>
              </a:spcAft>
              <a:buNone/>
            </a:pPr>
            <a:r>
              <a:t/>
            </a:r>
            <a:endParaRPr sz="1000">
              <a:solidFill>
                <a:schemeClr val="lt1"/>
              </a:solidFill>
              <a:latin typeface="Roboto"/>
              <a:ea typeface="Roboto"/>
              <a:cs typeface="Roboto"/>
              <a:sym typeface="Roboto"/>
            </a:endParaRPr>
          </a:p>
          <a:p>
            <a:pPr indent="-292100" lvl="0" marL="457200" rtl="0" algn="l">
              <a:spcBef>
                <a:spcPts val="0"/>
              </a:spcBef>
              <a:spcAft>
                <a:spcPts val="0"/>
              </a:spcAft>
              <a:buClr>
                <a:schemeClr val="lt1"/>
              </a:buClr>
              <a:buSzPts val="1000"/>
              <a:buFont typeface="Roboto"/>
              <a:buAutoNum type="arabicPeriod"/>
            </a:pPr>
            <a:r>
              <a:rPr lang="en" sz="1000">
                <a:solidFill>
                  <a:schemeClr val="lt1"/>
                </a:solidFill>
                <a:latin typeface="Roboto"/>
                <a:ea typeface="Roboto"/>
                <a:cs typeface="Roboto"/>
                <a:sym typeface="Roboto"/>
              </a:rPr>
              <a:t>How do you prefer to receive feedback — instant tips or progress reports?</a:t>
            </a:r>
            <a:endParaRPr sz="1000">
              <a:solidFill>
                <a:schemeClr val="lt1"/>
              </a:solidFill>
              <a:latin typeface="Roboto"/>
              <a:ea typeface="Roboto"/>
              <a:cs typeface="Roboto"/>
              <a:sym typeface="Roboto"/>
            </a:endParaRPr>
          </a:p>
          <a:p>
            <a:pPr indent="0" lvl="0" marL="0" rtl="0" algn="l">
              <a:spcBef>
                <a:spcPts val="0"/>
              </a:spcBef>
              <a:spcAft>
                <a:spcPts val="0"/>
              </a:spcAft>
              <a:buNone/>
            </a:pPr>
            <a:r>
              <a:t/>
            </a:r>
            <a:endParaRPr sz="1000">
              <a:solidFill>
                <a:schemeClr val="lt1"/>
              </a:solidFill>
              <a:latin typeface="Roboto"/>
              <a:ea typeface="Roboto"/>
              <a:cs typeface="Roboto"/>
              <a:sym typeface="Roboto"/>
            </a:endParaRPr>
          </a:p>
          <a:p>
            <a:pPr indent="-292100" lvl="0" marL="457200" rtl="0" algn="l">
              <a:spcBef>
                <a:spcPts val="0"/>
              </a:spcBef>
              <a:spcAft>
                <a:spcPts val="0"/>
              </a:spcAft>
              <a:buClr>
                <a:schemeClr val="lt1"/>
              </a:buClr>
              <a:buSzPts val="1000"/>
              <a:buFont typeface="Roboto"/>
              <a:buAutoNum type="arabicPeriod"/>
            </a:pPr>
            <a:r>
              <a:rPr lang="en" sz="1000">
                <a:solidFill>
                  <a:schemeClr val="lt1"/>
                </a:solidFill>
                <a:latin typeface="Roboto"/>
                <a:ea typeface="Roboto"/>
                <a:cs typeface="Roboto"/>
                <a:sym typeface="Roboto"/>
              </a:rPr>
              <a:t>What motivates you more — grades, badges, or personal goals?</a:t>
            </a:r>
            <a:endParaRPr sz="1000">
              <a:solidFill>
                <a:schemeClr val="lt1"/>
              </a:solidFill>
              <a:latin typeface="Roboto"/>
              <a:ea typeface="Roboto"/>
              <a:cs typeface="Roboto"/>
              <a:sym typeface="Roboto"/>
            </a:endParaRPr>
          </a:p>
          <a:p>
            <a:pPr indent="0" lvl="0" marL="0" rtl="0" algn="l">
              <a:spcBef>
                <a:spcPts val="0"/>
              </a:spcBef>
              <a:spcAft>
                <a:spcPts val="0"/>
              </a:spcAft>
              <a:buNone/>
            </a:pPr>
            <a:r>
              <a:t/>
            </a:r>
            <a:endParaRPr sz="1000">
              <a:solidFill>
                <a:schemeClr val="lt1"/>
              </a:solidFill>
              <a:latin typeface="Roboto"/>
              <a:ea typeface="Roboto"/>
              <a:cs typeface="Roboto"/>
              <a:sym typeface="Roboto"/>
            </a:endParaRPr>
          </a:p>
          <a:p>
            <a:pPr indent="-292100" lvl="0" marL="457200" rtl="0" algn="l">
              <a:spcBef>
                <a:spcPts val="0"/>
              </a:spcBef>
              <a:spcAft>
                <a:spcPts val="0"/>
              </a:spcAft>
              <a:buClr>
                <a:schemeClr val="lt1"/>
              </a:buClr>
              <a:buSzPts val="1000"/>
              <a:buFont typeface="Roboto"/>
              <a:buAutoNum type="arabicPeriod"/>
            </a:pPr>
            <a:r>
              <a:rPr lang="en" sz="1000">
                <a:solidFill>
                  <a:schemeClr val="lt1"/>
                </a:solidFill>
                <a:latin typeface="Roboto"/>
                <a:ea typeface="Roboto"/>
                <a:cs typeface="Roboto"/>
                <a:sym typeface="Roboto"/>
              </a:rPr>
              <a:t>Would gamified progress tracking make you more consistent?</a:t>
            </a:r>
            <a:endParaRPr sz="1000">
              <a:solidFill>
                <a:schemeClr val="lt1"/>
              </a:solidFill>
              <a:latin typeface="Roboto"/>
              <a:ea typeface="Roboto"/>
              <a:cs typeface="Roboto"/>
              <a:sym typeface="Roboto"/>
            </a:endParaRPr>
          </a:p>
          <a:p>
            <a:pPr indent="0" lvl="0" marL="0" rtl="0" algn="l">
              <a:spcBef>
                <a:spcPts val="0"/>
              </a:spcBef>
              <a:spcAft>
                <a:spcPts val="0"/>
              </a:spcAft>
              <a:buNone/>
            </a:pPr>
            <a:r>
              <a:t/>
            </a:r>
            <a:endParaRPr sz="1000">
              <a:solidFill>
                <a:schemeClr val="lt1"/>
              </a:solidFill>
              <a:latin typeface="Roboto"/>
              <a:ea typeface="Roboto"/>
              <a:cs typeface="Roboto"/>
              <a:sym typeface="Roboto"/>
            </a:endParaRPr>
          </a:p>
          <a:p>
            <a:pPr indent="-292100" lvl="0" marL="457200" rtl="0" algn="l">
              <a:spcBef>
                <a:spcPts val="0"/>
              </a:spcBef>
              <a:spcAft>
                <a:spcPts val="0"/>
              </a:spcAft>
              <a:buClr>
                <a:schemeClr val="lt1"/>
              </a:buClr>
              <a:buSzPts val="1000"/>
              <a:buFont typeface="Roboto"/>
              <a:buAutoNum type="arabicPeriod"/>
            </a:pPr>
            <a:r>
              <a:rPr lang="en" sz="1000">
                <a:solidFill>
                  <a:schemeClr val="lt1"/>
                </a:solidFill>
                <a:latin typeface="Roboto"/>
                <a:ea typeface="Roboto"/>
                <a:cs typeface="Roboto"/>
                <a:sym typeface="Roboto"/>
              </a:rPr>
              <a:t>Do you prefer calm, distraction-free learning environments?</a:t>
            </a:r>
            <a:endParaRPr sz="1000">
              <a:solidFill>
                <a:schemeClr val="lt1"/>
              </a:solidFill>
              <a:latin typeface="Roboto"/>
              <a:ea typeface="Roboto"/>
              <a:cs typeface="Roboto"/>
              <a:sym typeface="Roboto"/>
            </a:endParaRPr>
          </a:p>
          <a:p>
            <a:pPr indent="0" lvl="0" marL="0" rtl="0" algn="l">
              <a:spcBef>
                <a:spcPts val="0"/>
              </a:spcBef>
              <a:spcAft>
                <a:spcPts val="0"/>
              </a:spcAft>
              <a:buNone/>
            </a:pPr>
            <a:r>
              <a:t/>
            </a:r>
            <a:endParaRPr sz="1000">
              <a:solidFill>
                <a:schemeClr val="lt1"/>
              </a:solidFill>
              <a:latin typeface="Roboto"/>
              <a:ea typeface="Roboto"/>
              <a:cs typeface="Roboto"/>
              <a:sym typeface="Roboto"/>
            </a:endParaRPr>
          </a:p>
          <a:p>
            <a:pPr indent="-292100" lvl="0" marL="457200" rtl="0" algn="l">
              <a:spcBef>
                <a:spcPts val="0"/>
              </a:spcBef>
              <a:spcAft>
                <a:spcPts val="0"/>
              </a:spcAft>
              <a:buClr>
                <a:schemeClr val="lt1"/>
              </a:buClr>
              <a:buSzPts val="1000"/>
              <a:buFont typeface="Roboto"/>
              <a:buAutoNum type="arabicPeriod"/>
            </a:pPr>
            <a:r>
              <a:rPr lang="en" sz="1000">
                <a:solidFill>
                  <a:schemeClr val="lt1"/>
                </a:solidFill>
                <a:latin typeface="Roboto"/>
                <a:ea typeface="Roboto"/>
                <a:cs typeface="Roboto"/>
                <a:sym typeface="Roboto"/>
              </a:rPr>
              <a:t>How useful would it be if AI reminded you to revise weak topics?</a:t>
            </a:r>
            <a:endParaRPr sz="1000">
              <a:solidFill>
                <a:schemeClr val="lt1"/>
              </a:solidFill>
              <a:latin typeface="Roboto"/>
              <a:ea typeface="Roboto"/>
              <a:cs typeface="Roboto"/>
              <a:sym typeface="Roboto"/>
            </a:endParaRPr>
          </a:p>
          <a:p>
            <a:pPr indent="0" lvl="0" marL="0" rtl="0" algn="l">
              <a:spcBef>
                <a:spcPts val="0"/>
              </a:spcBef>
              <a:spcAft>
                <a:spcPts val="0"/>
              </a:spcAft>
              <a:buNone/>
            </a:pPr>
            <a:r>
              <a:t/>
            </a:r>
            <a:endParaRPr sz="1000">
              <a:solidFill>
                <a:schemeClr val="lt1"/>
              </a:solidFill>
              <a:latin typeface="Roboto"/>
              <a:ea typeface="Roboto"/>
              <a:cs typeface="Roboto"/>
              <a:sym typeface="Roboto"/>
            </a:endParaRPr>
          </a:p>
          <a:p>
            <a:pPr indent="-292100" lvl="0" marL="457200" rtl="0" algn="l">
              <a:spcBef>
                <a:spcPts val="0"/>
              </a:spcBef>
              <a:spcAft>
                <a:spcPts val="0"/>
              </a:spcAft>
              <a:buClr>
                <a:schemeClr val="lt1"/>
              </a:buClr>
              <a:buSzPts val="1000"/>
              <a:buFont typeface="Roboto"/>
              <a:buAutoNum type="arabicPeriod"/>
            </a:pPr>
            <a:r>
              <a:rPr lang="en" sz="1000">
                <a:solidFill>
                  <a:schemeClr val="lt1"/>
                </a:solidFill>
                <a:latin typeface="Roboto"/>
                <a:ea typeface="Roboto"/>
                <a:cs typeface="Roboto"/>
                <a:sym typeface="Roboto"/>
              </a:rPr>
              <a:t>Would you trust an AI system to guide your personalized learning journey?</a:t>
            </a:r>
            <a:endParaRPr sz="1000">
              <a:solidFill>
                <a:schemeClr val="lt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3"/>
          <p:cNvSpPr txBox="1"/>
          <p:nvPr>
            <p:ph type="title"/>
          </p:nvPr>
        </p:nvSpPr>
        <p:spPr>
          <a:xfrm>
            <a:off x="2486850" y="279550"/>
            <a:ext cx="4170300" cy="4572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sz="3300"/>
              <a:t>GOOGLE FORM URL</a:t>
            </a:r>
            <a:endParaRPr b="1" sz="3300"/>
          </a:p>
        </p:txBody>
      </p:sp>
      <p:sp>
        <p:nvSpPr>
          <p:cNvPr id="384" name="Google Shape;384;p53"/>
          <p:cNvSpPr txBox="1"/>
          <p:nvPr>
            <p:ph idx="1" type="body"/>
          </p:nvPr>
        </p:nvSpPr>
        <p:spPr>
          <a:xfrm>
            <a:off x="1022700" y="953800"/>
            <a:ext cx="7098600" cy="372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2000"/>
          </a:p>
          <a:p>
            <a:pPr indent="0" lvl="0" marL="0" rtl="0" algn="l">
              <a:spcBef>
                <a:spcPts val="800"/>
              </a:spcBef>
              <a:spcAft>
                <a:spcPts val="0"/>
              </a:spcAft>
              <a:buNone/>
            </a:pPr>
            <a:r>
              <a:rPr lang="en" sz="2000"/>
              <a:t> GOOGLE FROM LINK :</a:t>
            </a:r>
            <a:br>
              <a:rPr lang="en" sz="2000"/>
            </a:br>
            <a:r>
              <a:rPr lang="en" sz="2000"/>
              <a:t> </a:t>
            </a:r>
            <a:br>
              <a:rPr lang="en" sz="2000"/>
            </a:br>
            <a:r>
              <a:rPr lang="en" sz="2000" u="sng">
                <a:solidFill>
                  <a:schemeClr val="hlink"/>
                </a:solidFill>
                <a:hlinkClick r:id="rId3"/>
              </a:rPr>
              <a:t>Google Form</a:t>
            </a:r>
            <a:br>
              <a:rPr lang="en" sz="2000"/>
            </a:br>
            <a:br>
              <a:rPr lang="en" sz="2000"/>
            </a:br>
            <a:r>
              <a:rPr lang="en" sz="2000"/>
              <a:t>EXCEL SHEET: </a:t>
            </a:r>
            <a:endParaRPr sz="2000"/>
          </a:p>
          <a:p>
            <a:pPr indent="0" lvl="0" marL="0" rtl="0" algn="l">
              <a:spcBef>
                <a:spcPts val="800"/>
              </a:spcBef>
              <a:spcAft>
                <a:spcPts val="800"/>
              </a:spcAft>
              <a:buNone/>
            </a:pPr>
            <a:r>
              <a:rPr lang="en" sz="2000" u="sng">
                <a:solidFill>
                  <a:schemeClr val="hlink"/>
                </a:solidFill>
                <a:hlinkClick r:id="rId4"/>
              </a:rPr>
              <a:t>Excel Respond</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4"/>
          <p:cNvSpPr txBox="1"/>
          <p:nvPr>
            <p:ph type="title"/>
          </p:nvPr>
        </p:nvSpPr>
        <p:spPr>
          <a:xfrm flipH="1" rot="10800000">
            <a:off x="1445475" y="889700"/>
            <a:ext cx="4556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390" name="Google Shape;390;p54"/>
          <p:cNvSpPr txBox="1"/>
          <p:nvPr>
            <p:ph idx="1" type="body"/>
          </p:nvPr>
        </p:nvSpPr>
        <p:spPr>
          <a:xfrm>
            <a:off x="1038875" y="756275"/>
            <a:ext cx="6871500" cy="37815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t/>
            </a:r>
            <a:endParaRPr/>
          </a:p>
        </p:txBody>
      </p:sp>
      <p:pic>
        <p:nvPicPr>
          <p:cNvPr id="391" name="Google Shape;391;p54"/>
          <p:cNvPicPr preferRelativeResize="0"/>
          <p:nvPr/>
        </p:nvPicPr>
        <p:blipFill>
          <a:blip r:embed="rId3">
            <a:alphaModFix/>
          </a:blip>
          <a:stretch>
            <a:fillRect/>
          </a:stretch>
        </p:blipFill>
        <p:spPr>
          <a:xfrm>
            <a:off x="932125" y="756280"/>
            <a:ext cx="7085001" cy="4124720"/>
          </a:xfrm>
          <a:prstGeom prst="rect">
            <a:avLst/>
          </a:prstGeom>
          <a:noFill/>
          <a:ln>
            <a:noFill/>
          </a:ln>
        </p:spPr>
      </p:pic>
      <p:sp>
        <p:nvSpPr>
          <p:cNvPr id="392" name="Google Shape;392;p54"/>
          <p:cNvSpPr txBox="1"/>
          <p:nvPr/>
        </p:nvSpPr>
        <p:spPr>
          <a:xfrm>
            <a:off x="1412600" y="205750"/>
            <a:ext cx="5811600" cy="33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chemeClr val="lt1"/>
                </a:solidFill>
                <a:latin typeface="Roboto"/>
                <a:ea typeface="Roboto"/>
                <a:cs typeface="Roboto"/>
                <a:sym typeface="Roboto"/>
              </a:rPr>
              <a:t>USER PERSONA</a:t>
            </a:r>
            <a:endParaRPr b="1" sz="2200">
              <a:solidFill>
                <a:schemeClr val="lt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5"/>
          <p:cNvSpPr txBox="1"/>
          <p:nvPr>
            <p:ph type="title"/>
          </p:nvPr>
        </p:nvSpPr>
        <p:spPr>
          <a:xfrm>
            <a:off x="1677300" y="199125"/>
            <a:ext cx="5789400" cy="338700"/>
          </a:xfrm>
          <a:prstGeom prst="rect">
            <a:avLst/>
          </a:prstGeom>
        </p:spPr>
        <p:txBody>
          <a:bodyPr anchorCtr="0" anchor="t" bIns="0" lIns="0" spcFirstLastPara="1" rIns="0" wrap="square" tIns="0">
            <a:spAutoFit/>
          </a:bodyPr>
          <a:lstStyle/>
          <a:p>
            <a:pPr indent="0" lvl="0" marL="0" rtl="0" algn="ctr">
              <a:lnSpc>
                <a:spcPct val="100000"/>
              </a:lnSpc>
              <a:spcBef>
                <a:spcPts val="0"/>
              </a:spcBef>
              <a:spcAft>
                <a:spcPts val="0"/>
              </a:spcAft>
              <a:buNone/>
            </a:pPr>
            <a:r>
              <a:rPr b="1" lang="en" sz="2200">
                <a:latin typeface="Roboto"/>
                <a:ea typeface="Roboto"/>
                <a:cs typeface="Roboto"/>
                <a:sym typeface="Roboto"/>
              </a:rPr>
              <a:t>USER PERSONA</a:t>
            </a:r>
            <a:endParaRPr/>
          </a:p>
        </p:txBody>
      </p:sp>
      <p:pic>
        <p:nvPicPr>
          <p:cNvPr id="398" name="Google Shape;398;p55" title="Screenshot 2025-11-02 124928.png"/>
          <p:cNvPicPr preferRelativeResize="0"/>
          <p:nvPr/>
        </p:nvPicPr>
        <p:blipFill>
          <a:blip r:embed="rId3">
            <a:alphaModFix/>
          </a:blip>
          <a:stretch>
            <a:fillRect/>
          </a:stretch>
        </p:blipFill>
        <p:spPr>
          <a:xfrm>
            <a:off x="1667938" y="637200"/>
            <a:ext cx="5808113" cy="4300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6"/>
          <p:cNvSpPr txBox="1"/>
          <p:nvPr>
            <p:ph type="title"/>
          </p:nvPr>
        </p:nvSpPr>
        <p:spPr>
          <a:xfrm>
            <a:off x="2608950" y="116050"/>
            <a:ext cx="3926100" cy="4293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sz="3100"/>
              <a:t>USER INSIGHTS</a:t>
            </a:r>
            <a:endParaRPr b="1" sz="3100"/>
          </a:p>
        </p:txBody>
      </p:sp>
      <p:sp>
        <p:nvSpPr>
          <p:cNvPr id="404" name="Google Shape;404;p56"/>
          <p:cNvSpPr txBox="1"/>
          <p:nvPr>
            <p:ph idx="1" type="body"/>
          </p:nvPr>
        </p:nvSpPr>
        <p:spPr>
          <a:xfrm>
            <a:off x="228600" y="878250"/>
            <a:ext cx="4022400" cy="4096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Learning Challenges:</a:t>
            </a:r>
            <a:endParaRPr/>
          </a:p>
          <a:p>
            <a:pPr indent="0" lvl="0" marL="0" rtl="0" algn="l">
              <a:spcBef>
                <a:spcPts val="800"/>
              </a:spcBef>
              <a:spcAft>
                <a:spcPts val="0"/>
              </a:spcAft>
              <a:buNone/>
            </a:pPr>
            <a:r>
              <a:rPr lang="en"/>
              <a:t>Most students struggle with maintaining focus during long lessons, difficulty understanding complex topics, and lack of personalized learning speed. A common issue is one-size-fits-all content that doesn’t adapt to individual learners.</a:t>
            </a:r>
            <a:endParaRPr/>
          </a:p>
          <a:p>
            <a:pPr indent="0" lvl="0" marL="0" rtl="0" algn="l">
              <a:spcBef>
                <a:spcPts val="800"/>
              </a:spcBef>
              <a:spcAft>
                <a:spcPts val="0"/>
              </a:spcAft>
              <a:buNone/>
            </a:pPr>
            <a:r>
              <a:rPr lang="en"/>
              <a:t>Effects on Learning:</a:t>
            </a:r>
            <a:endParaRPr/>
          </a:p>
          <a:p>
            <a:pPr indent="0" lvl="0" marL="0" rtl="0" algn="l">
              <a:spcBef>
                <a:spcPts val="800"/>
              </a:spcBef>
              <a:spcAft>
                <a:spcPts val="0"/>
              </a:spcAft>
              <a:buNone/>
            </a:pPr>
            <a:r>
              <a:rPr lang="en"/>
              <a:t>Learners experience reduced motivation, slower concept grasping, and poor retention when lessons are not adapted to their pace or learning style.</a:t>
            </a:r>
            <a:endParaRPr/>
          </a:p>
          <a:p>
            <a:pPr indent="0" lvl="0" marL="0" rtl="0" algn="l">
              <a:spcBef>
                <a:spcPts val="800"/>
              </a:spcBef>
              <a:spcAft>
                <a:spcPts val="0"/>
              </a:spcAft>
              <a:buNone/>
            </a:pPr>
            <a:r>
              <a:rPr lang="en"/>
              <a:t>Engagement Barriers:</a:t>
            </a:r>
            <a:endParaRPr/>
          </a:p>
          <a:p>
            <a:pPr indent="0" lvl="0" marL="0" rtl="0" algn="l">
              <a:spcBef>
                <a:spcPts val="800"/>
              </a:spcBef>
              <a:spcAft>
                <a:spcPts val="0"/>
              </a:spcAft>
              <a:buNone/>
            </a:pPr>
            <a:r>
              <a:rPr lang="en"/>
              <a:t>Key barriers include monotonous lessons, lack of interactivity, and absence of timely feedback or motivation to continue learning.</a:t>
            </a:r>
            <a:endParaRPr/>
          </a:p>
          <a:p>
            <a:pPr indent="0" lvl="0" marL="0" rtl="0" algn="l">
              <a:spcBef>
                <a:spcPts val="800"/>
              </a:spcBef>
              <a:spcAft>
                <a:spcPts val="0"/>
              </a:spcAft>
              <a:buNone/>
            </a:pPr>
            <a:r>
              <a:rPr lang="en"/>
              <a:t>Comfort with Technology:</a:t>
            </a:r>
            <a:endParaRPr/>
          </a:p>
          <a:p>
            <a:pPr indent="0" lvl="0" marL="0" rtl="0" algn="l">
              <a:spcBef>
                <a:spcPts val="800"/>
              </a:spcBef>
              <a:spcAft>
                <a:spcPts val="0"/>
              </a:spcAft>
              <a:buNone/>
            </a:pPr>
            <a:r>
              <a:rPr lang="en"/>
              <a:t>While most students are comfortable using digital apps, some find current e-learning interfaces confusing or overwhelming, especially when progress tracking is unclear.</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800"/>
              </a:spcAft>
              <a:buNone/>
            </a:pPr>
            <a:r>
              <a:t/>
            </a:r>
            <a:endParaRPr/>
          </a:p>
        </p:txBody>
      </p:sp>
      <p:sp>
        <p:nvSpPr>
          <p:cNvPr id="405" name="Google Shape;405;p56"/>
          <p:cNvSpPr txBox="1"/>
          <p:nvPr/>
        </p:nvSpPr>
        <p:spPr>
          <a:xfrm>
            <a:off x="4352650" y="817275"/>
            <a:ext cx="4696200" cy="424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lt1"/>
                </a:solidFill>
                <a:latin typeface="Roboto"/>
                <a:ea typeface="Roboto"/>
                <a:cs typeface="Roboto"/>
                <a:sym typeface="Roboto"/>
              </a:rPr>
              <a:t>Personalization Concerns:</a:t>
            </a:r>
            <a:endParaRPr sz="1000">
              <a:solidFill>
                <a:schemeClr val="lt1"/>
              </a:solidFill>
              <a:latin typeface="Roboto"/>
              <a:ea typeface="Roboto"/>
              <a:cs typeface="Roboto"/>
              <a:sym typeface="Roboto"/>
            </a:endParaRPr>
          </a:p>
          <a:p>
            <a:pPr indent="0" lvl="0" marL="0" rtl="0" algn="l">
              <a:lnSpc>
                <a:spcPct val="115000"/>
              </a:lnSpc>
              <a:spcBef>
                <a:spcPts val="800"/>
              </a:spcBef>
              <a:spcAft>
                <a:spcPts val="0"/>
              </a:spcAft>
              <a:buNone/>
            </a:pPr>
            <a:r>
              <a:rPr lang="en" sz="1000">
                <a:solidFill>
                  <a:schemeClr val="lt1"/>
                </a:solidFill>
                <a:latin typeface="Roboto"/>
                <a:ea typeface="Roboto"/>
                <a:cs typeface="Roboto"/>
                <a:sym typeface="Roboto"/>
              </a:rPr>
              <a:t>Learners worry about whether the app can truly adapt to their unique needs, such as preferred difficulty levels, subjects of interest, and learning time.</a:t>
            </a:r>
            <a:endParaRPr sz="1000">
              <a:solidFill>
                <a:schemeClr val="lt1"/>
              </a:solidFill>
              <a:latin typeface="Roboto"/>
              <a:ea typeface="Roboto"/>
              <a:cs typeface="Roboto"/>
              <a:sym typeface="Roboto"/>
            </a:endParaRPr>
          </a:p>
          <a:p>
            <a:pPr indent="0" lvl="0" marL="0" rtl="0" algn="l">
              <a:spcBef>
                <a:spcPts val="800"/>
              </a:spcBef>
              <a:spcAft>
                <a:spcPts val="0"/>
              </a:spcAft>
              <a:buNone/>
            </a:pPr>
            <a:r>
              <a:rPr lang="en" sz="1000">
                <a:solidFill>
                  <a:schemeClr val="lt1"/>
                </a:solidFill>
                <a:latin typeface="Roboto"/>
                <a:ea typeface="Roboto"/>
                <a:cs typeface="Roboto"/>
                <a:sym typeface="Roboto"/>
              </a:rPr>
              <a:t>Desired Features:</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Preferred features include AI-based lesson recommendations, adaptive difficulty, gamified progress tracking, instant feedback, personalized goals, and voice/text-based tutoring assistance.</a:t>
            </a:r>
            <a:endParaRPr sz="1000">
              <a:solidFill>
                <a:schemeClr val="lt1"/>
              </a:solidFill>
              <a:latin typeface="Roboto"/>
              <a:ea typeface="Roboto"/>
              <a:cs typeface="Roboto"/>
              <a:sym typeface="Roboto"/>
            </a:endParaRPr>
          </a:p>
          <a:p>
            <a:pPr indent="0" lvl="0" marL="0" rtl="0" algn="l">
              <a:spcBef>
                <a:spcPts val="0"/>
              </a:spcBef>
              <a:spcAft>
                <a:spcPts val="0"/>
              </a:spcAft>
              <a:buNone/>
            </a:pPr>
            <a:r>
              <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Response Expectations:</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Students expect immediate insights on mistakes (within seconds) and weekly summaries of their progress and skill improvement.</a:t>
            </a:r>
            <a:endParaRPr sz="1000">
              <a:solidFill>
                <a:schemeClr val="lt1"/>
              </a:solidFill>
              <a:latin typeface="Roboto"/>
              <a:ea typeface="Roboto"/>
              <a:cs typeface="Roboto"/>
              <a:sym typeface="Roboto"/>
            </a:endParaRPr>
          </a:p>
          <a:p>
            <a:pPr indent="0" lvl="0" marL="0" rtl="0" algn="l">
              <a:spcBef>
                <a:spcPts val="0"/>
              </a:spcBef>
              <a:spcAft>
                <a:spcPts val="0"/>
              </a:spcAft>
              <a:buNone/>
            </a:pPr>
            <a:r>
              <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Situations to Use:</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Users prefer using the app for exam preparation, revision sessions, concept clarification, or when needing self-paced learning outside classrooms.</a:t>
            </a:r>
            <a:endParaRPr sz="1000">
              <a:solidFill>
                <a:schemeClr val="lt1"/>
              </a:solidFill>
              <a:latin typeface="Roboto"/>
              <a:ea typeface="Roboto"/>
              <a:cs typeface="Roboto"/>
              <a:sym typeface="Roboto"/>
            </a:endParaRPr>
          </a:p>
          <a:p>
            <a:pPr indent="0" lvl="0" marL="0" rtl="0" algn="l">
              <a:spcBef>
                <a:spcPts val="0"/>
              </a:spcBef>
              <a:spcAft>
                <a:spcPts val="0"/>
              </a:spcAft>
              <a:buNone/>
            </a:pPr>
            <a:r>
              <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Barriers to Use:</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Barriers include fear of data misuse, low trust in AI recommendations, internet dependency, and lack of offline accessibility.</a:t>
            </a:r>
            <a:endParaRPr sz="1000">
              <a:solidFill>
                <a:schemeClr val="lt1"/>
              </a:solidFill>
              <a:latin typeface="Roboto"/>
              <a:ea typeface="Roboto"/>
              <a:cs typeface="Roboto"/>
              <a:sym typeface="Roboto"/>
            </a:endParaRPr>
          </a:p>
          <a:p>
            <a:pPr indent="0" lvl="0" marL="0" rtl="0" algn="l">
              <a:spcBef>
                <a:spcPts val="0"/>
              </a:spcBef>
              <a:spcAft>
                <a:spcPts val="0"/>
              </a:spcAft>
              <a:buNone/>
            </a:pPr>
            <a:r>
              <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Improvements Expected:</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Students believe the app can boost motivation, improve academic outcomes, reduce learning anxiety, and create a more inclusive, personalized educational environment.</a:t>
            </a:r>
            <a:endParaRPr sz="1000">
              <a:solidFill>
                <a:schemeClr val="lt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7"/>
          <p:cNvSpPr txBox="1"/>
          <p:nvPr>
            <p:ph type="title"/>
          </p:nvPr>
        </p:nvSpPr>
        <p:spPr>
          <a:xfrm>
            <a:off x="1582700" y="504525"/>
            <a:ext cx="5814300" cy="4434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sz="3200"/>
              <a:t>      </a:t>
            </a:r>
            <a:r>
              <a:rPr b="1" lang="en" sz="3200"/>
              <a:t>USER FEEDBACK</a:t>
            </a:r>
            <a:endParaRPr b="1" sz="3200"/>
          </a:p>
        </p:txBody>
      </p:sp>
      <p:sp>
        <p:nvSpPr>
          <p:cNvPr id="411" name="Google Shape;411;p57"/>
          <p:cNvSpPr txBox="1"/>
          <p:nvPr>
            <p:ph idx="1" type="body"/>
          </p:nvPr>
        </p:nvSpPr>
        <p:spPr>
          <a:xfrm>
            <a:off x="1099850" y="1193375"/>
            <a:ext cx="6780000" cy="3690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a:p>
            <a:pPr indent="0" lvl="0" marL="0" rtl="0" algn="l">
              <a:spcBef>
                <a:spcPts val="800"/>
              </a:spcBef>
              <a:spcAft>
                <a:spcPts val="0"/>
              </a:spcAft>
              <a:buNone/>
            </a:pPr>
            <a:r>
              <a:rPr lang="en"/>
              <a:t>Make the interface intuitive — learning paths should be easy to access and navigate.”</a:t>
            </a:r>
            <a:endParaRPr/>
          </a:p>
          <a:p>
            <a:pPr indent="0" lvl="0" marL="0" rtl="0" algn="l">
              <a:spcBef>
                <a:spcPts val="800"/>
              </a:spcBef>
              <a:spcAft>
                <a:spcPts val="0"/>
              </a:spcAft>
              <a:buNone/>
            </a:pPr>
            <a:r>
              <a:rPr lang="en"/>
              <a:t>“Give us progress updates so we can track our learning goals and improvements.”</a:t>
            </a:r>
            <a:endParaRPr/>
          </a:p>
          <a:p>
            <a:pPr indent="0" lvl="0" marL="0" rtl="0" algn="l">
              <a:spcBef>
                <a:spcPts val="800"/>
              </a:spcBef>
              <a:spcAft>
                <a:spcPts val="0"/>
              </a:spcAft>
              <a:buNone/>
            </a:pPr>
            <a:r>
              <a:rPr lang="en"/>
              <a:t>“Allow personalization — recommend courses and exercises based on our skill level and interests.”</a:t>
            </a:r>
            <a:endParaRPr/>
          </a:p>
          <a:p>
            <a:pPr indent="0" lvl="0" marL="0" rtl="0" algn="l">
              <a:spcBef>
                <a:spcPts val="800"/>
              </a:spcBef>
              <a:spcAft>
                <a:spcPts val="0"/>
              </a:spcAft>
              <a:buNone/>
            </a:pPr>
            <a:r>
              <a:rPr lang="en"/>
              <a:t>“Include instant feedback on quizzes and assignments to help us learn from mistakes.”</a:t>
            </a:r>
            <a:endParaRPr/>
          </a:p>
          <a:p>
            <a:pPr indent="0" lvl="0" marL="0" rtl="0" algn="l">
              <a:spcBef>
                <a:spcPts val="800"/>
              </a:spcBef>
              <a:spcAft>
                <a:spcPts val="0"/>
              </a:spcAft>
              <a:buNone/>
            </a:pPr>
            <a:r>
              <a:rPr lang="en"/>
              <a:t>“Provide reminders or study schedules to keep us consistent and motivated.”</a:t>
            </a:r>
            <a:endParaRPr/>
          </a:p>
          <a:p>
            <a:pPr indent="0" lvl="0" marL="0" rtl="0" algn="l">
              <a:spcBef>
                <a:spcPts val="800"/>
              </a:spcBef>
              <a:spcAft>
                <a:spcPts val="0"/>
              </a:spcAft>
              <a:buNone/>
            </a:pPr>
            <a:r>
              <a:rPr lang="en"/>
              <a:t>“Enable offline access for lessons or notes when internet connectivity is poor.”</a:t>
            </a:r>
            <a:endParaRPr/>
          </a:p>
          <a:p>
            <a:pPr indent="0" lvl="0" marL="0" rtl="0" algn="l">
              <a:spcBef>
                <a:spcPts val="800"/>
              </a:spcBef>
              <a:spcAft>
                <a:spcPts val="0"/>
              </a:spcAft>
              <a:buNone/>
            </a:pPr>
            <a:r>
              <a:rPr lang="en"/>
              <a:t>“Show a dashboard with achievements, streaks, and performance history.”</a:t>
            </a:r>
            <a:endParaRPr/>
          </a:p>
          <a:p>
            <a:pPr indent="0" lvl="0" marL="0" rtl="0" algn="l">
              <a:spcBef>
                <a:spcPts val="800"/>
              </a:spcBef>
              <a:spcAft>
                <a:spcPts val="0"/>
              </a:spcAft>
              <a:buNone/>
            </a:pPr>
            <a:r>
              <a:rPr lang="en"/>
              <a:t>“We want the AI to adapt dynamically — challenge us when we improve, and guide us when we struggle.”</a:t>
            </a:r>
            <a:endParaRPr/>
          </a:p>
          <a:p>
            <a:pPr indent="0" lvl="0" marL="0" rtl="0" algn="l">
              <a:spcBef>
                <a:spcPts val="800"/>
              </a:spcBef>
              <a:spcAft>
                <a:spcPts val="0"/>
              </a:spcAft>
              <a:buNone/>
            </a:pPr>
            <a:r>
              <a:rPr lang="en"/>
              <a:t>“Add community or discussion features so we can learn collaboratively.”</a:t>
            </a:r>
            <a:endParaRPr/>
          </a:p>
          <a:p>
            <a:pPr indent="0" lvl="0" marL="0" rtl="0" algn="l">
              <a:spcBef>
                <a:spcPts val="800"/>
              </a:spcBef>
              <a:spcAft>
                <a:spcPts val="0"/>
              </a:spcAft>
              <a:buNone/>
            </a:pPr>
            <a:r>
              <a:t/>
            </a:r>
            <a:endParaRPr/>
          </a:p>
          <a:p>
            <a:pPr indent="0" lvl="0" marL="0" rtl="0" algn="l">
              <a:spcBef>
                <a:spcPts val="800"/>
              </a:spcBef>
              <a:spcAft>
                <a:spcPts val="8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8"/>
          <p:cNvSpPr txBox="1"/>
          <p:nvPr>
            <p:ph type="title"/>
          </p:nvPr>
        </p:nvSpPr>
        <p:spPr>
          <a:xfrm>
            <a:off x="1760625" y="326375"/>
            <a:ext cx="5387400" cy="4434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sz="3200"/>
              <a:t>USER </a:t>
            </a:r>
            <a:r>
              <a:rPr b="1" lang="en" sz="3200"/>
              <a:t>FLOW DIAGRAM</a:t>
            </a:r>
            <a:endParaRPr b="1" sz="3200"/>
          </a:p>
        </p:txBody>
      </p:sp>
      <p:sp>
        <p:nvSpPr>
          <p:cNvPr id="417" name="Google Shape;417;p58"/>
          <p:cNvSpPr txBox="1"/>
          <p:nvPr>
            <p:ph idx="1" type="body"/>
          </p:nvPr>
        </p:nvSpPr>
        <p:spPr>
          <a:xfrm>
            <a:off x="1221825" y="1010400"/>
            <a:ext cx="6465000" cy="35070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t/>
            </a:r>
            <a:endParaRPr/>
          </a:p>
        </p:txBody>
      </p:sp>
      <p:pic>
        <p:nvPicPr>
          <p:cNvPr id="418" name="Google Shape;418;p58"/>
          <p:cNvPicPr preferRelativeResize="0"/>
          <p:nvPr/>
        </p:nvPicPr>
        <p:blipFill>
          <a:blip r:embed="rId3">
            <a:alphaModFix/>
          </a:blip>
          <a:stretch>
            <a:fillRect/>
          </a:stretch>
        </p:blipFill>
        <p:spPr>
          <a:xfrm>
            <a:off x="1221825" y="1010400"/>
            <a:ext cx="6546274" cy="35069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9"/>
          <p:cNvSpPr txBox="1"/>
          <p:nvPr>
            <p:ph type="title"/>
          </p:nvPr>
        </p:nvSpPr>
        <p:spPr>
          <a:xfrm>
            <a:off x="1677300" y="199100"/>
            <a:ext cx="5789400" cy="4155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a:t>COMPETITOR ANALYSIS</a:t>
            </a:r>
            <a:endParaRPr b="1"/>
          </a:p>
        </p:txBody>
      </p:sp>
      <p:graphicFrame>
        <p:nvGraphicFramePr>
          <p:cNvPr id="424" name="Google Shape;424;p59"/>
          <p:cNvGraphicFramePr/>
          <p:nvPr/>
        </p:nvGraphicFramePr>
        <p:xfrm>
          <a:off x="241950" y="876550"/>
          <a:ext cx="3000000" cy="3000000"/>
        </p:xfrm>
        <a:graphic>
          <a:graphicData uri="http://schemas.openxmlformats.org/drawingml/2006/table">
            <a:tbl>
              <a:tblPr>
                <a:noFill/>
                <a:tableStyleId>{1940E8DE-8CB3-4ADB-97E0-CCB5C0777436}</a:tableStyleId>
              </a:tblPr>
              <a:tblGrid>
                <a:gridCol w="1422150"/>
                <a:gridCol w="1422150"/>
                <a:gridCol w="1422150"/>
                <a:gridCol w="1422150"/>
                <a:gridCol w="1422150"/>
                <a:gridCol w="1422150"/>
              </a:tblGrid>
              <a:tr h="977525">
                <a:tc>
                  <a:txBody>
                    <a:bodyPr/>
                    <a:lstStyle/>
                    <a:p>
                      <a:pPr indent="0" lvl="0" marL="0" rtl="0" algn="ctr">
                        <a:lnSpc>
                          <a:spcPct val="115000"/>
                        </a:lnSpc>
                        <a:spcBef>
                          <a:spcPts val="0"/>
                        </a:spcBef>
                        <a:spcAft>
                          <a:spcPts val="0"/>
                        </a:spcAft>
                        <a:buNone/>
                      </a:pPr>
                      <a:r>
                        <a:rPr b="1" lang="en" sz="1200">
                          <a:solidFill>
                            <a:schemeClr val="lt1"/>
                          </a:solidFill>
                        </a:rPr>
                        <a:t>Competitor</a:t>
                      </a:r>
                      <a:endParaRPr b="1" sz="12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n" sz="1200">
                          <a:solidFill>
                            <a:schemeClr val="lt1"/>
                          </a:solidFill>
                        </a:rPr>
                        <a:t>Overview</a:t>
                      </a:r>
                      <a:endParaRPr b="1" sz="12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n" sz="1200">
                          <a:solidFill>
                            <a:schemeClr val="lt1"/>
                          </a:solidFill>
                        </a:rPr>
                        <a:t>Key Features</a:t>
                      </a:r>
                      <a:endParaRPr b="1" sz="12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n" sz="1200">
                          <a:solidFill>
                            <a:schemeClr val="lt1"/>
                          </a:solidFill>
                        </a:rPr>
                        <a:t>Pros (Strengths)</a:t>
                      </a:r>
                      <a:endParaRPr b="1" sz="12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n" sz="1200">
                          <a:solidFill>
                            <a:schemeClr val="lt1"/>
                          </a:solidFill>
                        </a:rPr>
                        <a:t>Cons (Weaknesses)</a:t>
                      </a:r>
                      <a:endParaRPr b="1" sz="12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n" sz="1200">
                          <a:solidFill>
                            <a:schemeClr val="lt1"/>
                          </a:solidFill>
                        </a:rPr>
                        <a:t>Opportunities / Gaps</a:t>
                      </a:r>
                      <a:endParaRPr b="1" sz="1200">
                        <a:solidFill>
                          <a:schemeClr val="lt1"/>
                        </a:solidFill>
                      </a:endParaRPr>
                    </a:p>
                  </a:txBody>
                  <a:tcPr marT="91425" marB="91425" marR="91425" marL="91425"/>
                </a:tc>
              </a:tr>
              <a:tr h="977525">
                <a:tc>
                  <a:txBody>
                    <a:bodyPr/>
                    <a:lstStyle/>
                    <a:p>
                      <a:pPr indent="0" lvl="0" marL="0" rtl="0" algn="l">
                        <a:spcBef>
                          <a:spcPts val="0"/>
                        </a:spcBef>
                        <a:spcAft>
                          <a:spcPts val="0"/>
                        </a:spcAft>
                        <a:buNone/>
                      </a:pPr>
                      <a:r>
                        <a:rPr lang="en">
                          <a:solidFill>
                            <a:schemeClr val="lt1"/>
                          </a:solidFill>
                        </a:rPr>
                        <a:t>Khan Academy</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Free global learning app for students of all ages.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Video lessons, quizzes, progress tracking.</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Free, easy to use, quality content.</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No live classes, limited personalization.</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Add AI adaptivity and gamified learning.</a:t>
                      </a:r>
                      <a:endParaRPr>
                        <a:solidFill>
                          <a:schemeClr val="lt1"/>
                        </a:solidFill>
                      </a:endParaRPr>
                    </a:p>
                  </a:txBody>
                  <a:tcPr marT="91425" marB="91425" marR="91425" marL="91425"/>
                </a:tc>
              </a:tr>
              <a:tr h="977525">
                <a:tc>
                  <a:txBody>
                    <a:bodyPr/>
                    <a:lstStyle/>
                    <a:p>
                      <a:pPr indent="0" lvl="0" marL="0" rtl="0" algn="l">
                        <a:spcBef>
                          <a:spcPts val="0"/>
                        </a:spcBef>
                        <a:spcAft>
                          <a:spcPts val="0"/>
                        </a:spcAft>
                        <a:buNone/>
                      </a:pPr>
                      <a:r>
                        <a:rPr lang="en">
                          <a:solidFill>
                            <a:schemeClr val="lt1"/>
                          </a:solidFill>
                        </a:rPr>
                        <a:t>Toppr</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Indian app for school &amp; exam prep.</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Adaptive learning, mock tests, live doubts.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Personalized study paths, rich content.</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Paid plans, cluttered UI.</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Improve accessibility &amp; focus mode.  </a:t>
                      </a:r>
                      <a:endParaRPr>
                        <a:solidFill>
                          <a:schemeClr val="lt1"/>
                        </a:solidFill>
                      </a:endParaRPr>
                    </a:p>
                  </a:txBody>
                  <a:tcPr marT="91425" marB="91425" marR="91425" marL="91425"/>
                </a:tc>
              </a:tr>
              <a:tr h="977525">
                <a:tc>
                  <a:txBody>
                    <a:bodyPr/>
                    <a:lstStyle/>
                    <a:p>
                      <a:pPr indent="0" lvl="0" marL="0" rtl="0" algn="l">
                        <a:spcBef>
                          <a:spcPts val="0"/>
                        </a:spcBef>
                        <a:spcAft>
                          <a:spcPts val="0"/>
                        </a:spcAft>
                        <a:buNone/>
                      </a:pPr>
                      <a:r>
                        <a:rPr lang="en">
                          <a:solidFill>
                            <a:schemeClr val="lt1"/>
                          </a:solidFill>
                        </a:rPr>
                        <a:t>Entri App</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Regional learning &amp; job-prep platform.</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Multilingual courses, AI analytics, quizzes.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Vernacular focus, skill-based content.</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Limited K-12 focus, less gamification.</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Expand adaptive learning for students.</a:t>
                      </a:r>
                      <a:endParaRPr>
                        <a:solidFill>
                          <a:schemeClr val="lt1"/>
                        </a:solidFill>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0"/>
          <p:cNvSpPr txBox="1"/>
          <p:nvPr>
            <p:ph type="title"/>
          </p:nvPr>
        </p:nvSpPr>
        <p:spPr>
          <a:xfrm>
            <a:off x="550200" y="199125"/>
            <a:ext cx="8043600" cy="4434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sz="3200"/>
              <a:t>COMPETITOR ANALYSIS - COMPARISON</a:t>
            </a:r>
            <a:endParaRPr b="1" sz="3200"/>
          </a:p>
        </p:txBody>
      </p:sp>
      <p:sp>
        <p:nvSpPr>
          <p:cNvPr id="430" name="Google Shape;430;p60"/>
          <p:cNvSpPr txBox="1"/>
          <p:nvPr/>
        </p:nvSpPr>
        <p:spPr>
          <a:xfrm>
            <a:off x="237875" y="732950"/>
            <a:ext cx="8647500" cy="41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latin typeface="Roboto"/>
              <a:ea typeface="Roboto"/>
              <a:cs typeface="Roboto"/>
              <a:sym typeface="Roboto"/>
            </a:endParaRPr>
          </a:p>
        </p:txBody>
      </p:sp>
      <p:pic>
        <p:nvPicPr>
          <p:cNvPr id="431" name="Google Shape;431;p60"/>
          <p:cNvPicPr preferRelativeResize="0"/>
          <p:nvPr/>
        </p:nvPicPr>
        <p:blipFill>
          <a:blip r:embed="rId3">
            <a:alphaModFix/>
          </a:blip>
          <a:stretch>
            <a:fillRect/>
          </a:stretch>
        </p:blipFill>
        <p:spPr>
          <a:xfrm>
            <a:off x="2321973" y="732950"/>
            <a:ext cx="4479300" cy="4237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1"/>
          <p:cNvSpPr txBox="1"/>
          <p:nvPr>
            <p:ph type="title"/>
          </p:nvPr>
        </p:nvSpPr>
        <p:spPr>
          <a:xfrm>
            <a:off x="2598750" y="188500"/>
            <a:ext cx="3946500" cy="4434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sz="3200"/>
              <a:t>GOOGLE STITCH</a:t>
            </a:r>
            <a:endParaRPr b="1" sz="3400"/>
          </a:p>
        </p:txBody>
      </p:sp>
      <p:pic>
        <p:nvPicPr>
          <p:cNvPr id="437" name="Google Shape;437;p61"/>
          <p:cNvPicPr preferRelativeResize="0"/>
          <p:nvPr/>
        </p:nvPicPr>
        <p:blipFill>
          <a:blip r:embed="rId3">
            <a:alphaModFix/>
          </a:blip>
          <a:stretch>
            <a:fillRect/>
          </a:stretch>
        </p:blipFill>
        <p:spPr>
          <a:xfrm>
            <a:off x="1647925" y="773700"/>
            <a:ext cx="5848128" cy="4217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62"/>
          <p:cNvSpPr txBox="1"/>
          <p:nvPr>
            <p:ph type="title"/>
          </p:nvPr>
        </p:nvSpPr>
        <p:spPr>
          <a:xfrm>
            <a:off x="2134550" y="282175"/>
            <a:ext cx="4131000" cy="4434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sz="3200"/>
              <a:t>FIGMA MAKE</a:t>
            </a:r>
            <a:endParaRPr b="1" sz="3200"/>
          </a:p>
        </p:txBody>
      </p:sp>
      <p:pic>
        <p:nvPicPr>
          <p:cNvPr id="443" name="Google Shape;443;p62"/>
          <p:cNvPicPr preferRelativeResize="0"/>
          <p:nvPr/>
        </p:nvPicPr>
        <p:blipFill>
          <a:blip r:embed="rId3">
            <a:alphaModFix/>
          </a:blip>
          <a:stretch>
            <a:fillRect/>
          </a:stretch>
        </p:blipFill>
        <p:spPr>
          <a:xfrm>
            <a:off x="553000" y="825286"/>
            <a:ext cx="2031700" cy="4139538"/>
          </a:xfrm>
          <a:prstGeom prst="rect">
            <a:avLst/>
          </a:prstGeom>
          <a:noFill/>
          <a:ln>
            <a:noFill/>
          </a:ln>
        </p:spPr>
      </p:pic>
      <p:pic>
        <p:nvPicPr>
          <p:cNvPr id="444" name="Google Shape;444;p62"/>
          <p:cNvPicPr preferRelativeResize="0"/>
          <p:nvPr/>
        </p:nvPicPr>
        <p:blipFill>
          <a:blip r:embed="rId4">
            <a:alphaModFix/>
          </a:blip>
          <a:stretch>
            <a:fillRect/>
          </a:stretch>
        </p:blipFill>
        <p:spPr>
          <a:xfrm>
            <a:off x="3556150" y="802745"/>
            <a:ext cx="2031700" cy="4184604"/>
          </a:xfrm>
          <a:prstGeom prst="rect">
            <a:avLst/>
          </a:prstGeom>
          <a:noFill/>
          <a:ln>
            <a:noFill/>
          </a:ln>
        </p:spPr>
      </p:pic>
      <p:pic>
        <p:nvPicPr>
          <p:cNvPr id="445" name="Google Shape;445;p62"/>
          <p:cNvPicPr preferRelativeResize="0"/>
          <p:nvPr/>
        </p:nvPicPr>
        <p:blipFill>
          <a:blip r:embed="rId5">
            <a:alphaModFix/>
          </a:blip>
          <a:stretch>
            <a:fillRect/>
          </a:stretch>
        </p:blipFill>
        <p:spPr>
          <a:xfrm>
            <a:off x="6810799" y="825275"/>
            <a:ext cx="1917450" cy="39793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3"/>
          <p:cNvSpPr txBox="1"/>
          <p:nvPr>
            <p:ph type="title"/>
          </p:nvPr>
        </p:nvSpPr>
        <p:spPr>
          <a:xfrm>
            <a:off x="228600" y="218575"/>
            <a:ext cx="8192700" cy="4222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sz="2000">
              <a:latin typeface="Roboto SemiBold"/>
              <a:ea typeface="Roboto SemiBold"/>
              <a:cs typeface="Roboto SemiBold"/>
              <a:sym typeface="Roboto SemiBold"/>
            </a:endParaRPr>
          </a:p>
          <a:p>
            <a:pPr indent="0" lvl="0" marL="0" rtl="0" algn="l">
              <a:spcBef>
                <a:spcPts val="0"/>
              </a:spcBef>
              <a:spcAft>
                <a:spcPts val="0"/>
              </a:spcAft>
              <a:buNone/>
            </a:pPr>
            <a:r>
              <a:rPr lang="en" sz="2000">
                <a:latin typeface="Roboto SemiBold"/>
                <a:ea typeface="Roboto SemiBold"/>
                <a:cs typeface="Roboto SemiBold"/>
                <a:sym typeface="Roboto SemiBold"/>
              </a:rPr>
              <a:t>COMPETITOR ANALYSIS-COMPARISON URL</a:t>
            </a:r>
            <a:endParaRPr sz="2000">
              <a:latin typeface="Roboto SemiBold"/>
              <a:ea typeface="Roboto SemiBold"/>
              <a:cs typeface="Roboto SemiBold"/>
              <a:sym typeface="Roboto SemiBold"/>
            </a:endParaRPr>
          </a:p>
          <a:p>
            <a:pPr indent="0" lvl="0" marL="0" rtl="0" algn="l">
              <a:spcBef>
                <a:spcPts val="0"/>
              </a:spcBef>
              <a:spcAft>
                <a:spcPts val="0"/>
              </a:spcAft>
              <a:buNone/>
            </a:pPr>
            <a:r>
              <a:t/>
            </a:r>
            <a:endParaRPr sz="2000">
              <a:latin typeface="Roboto SemiBold"/>
              <a:ea typeface="Roboto SemiBold"/>
              <a:cs typeface="Roboto SemiBold"/>
              <a:sym typeface="Roboto SemiBold"/>
            </a:endParaRPr>
          </a:p>
          <a:p>
            <a:pPr indent="0" lvl="0" marL="0" rtl="0" algn="l">
              <a:spcBef>
                <a:spcPts val="0"/>
              </a:spcBef>
              <a:spcAft>
                <a:spcPts val="0"/>
              </a:spcAft>
              <a:buNone/>
            </a:pPr>
            <a:r>
              <a:rPr lang="en" sz="2000" u="sng">
                <a:solidFill>
                  <a:schemeClr val="hlink"/>
                </a:solidFill>
                <a:latin typeface="Roboto SemiBold"/>
                <a:ea typeface="Roboto SemiBold"/>
                <a:cs typeface="Roboto SemiBold"/>
                <a:sym typeface="Roboto SemiBold"/>
                <a:hlinkClick r:id="rId3"/>
              </a:rPr>
              <a:t>COMPARISON URL</a:t>
            </a:r>
            <a:endParaRPr sz="2000">
              <a:latin typeface="Roboto SemiBold"/>
              <a:ea typeface="Roboto SemiBold"/>
              <a:cs typeface="Roboto SemiBold"/>
              <a:sym typeface="Roboto SemiBold"/>
            </a:endParaRPr>
          </a:p>
          <a:p>
            <a:pPr indent="0" lvl="0" marL="0" rtl="0" algn="l">
              <a:spcBef>
                <a:spcPts val="0"/>
              </a:spcBef>
              <a:spcAft>
                <a:spcPts val="0"/>
              </a:spcAft>
              <a:buNone/>
            </a:pPr>
            <a:r>
              <a:t/>
            </a:r>
            <a:endParaRPr sz="2000">
              <a:latin typeface="Roboto SemiBold"/>
              <a:ea typeface="Roboto SemiBold"/>
              <a:cs typeface="Roboto SemiBold"/>
              <a:sym typeface="Roboto SemiBold"/>
            </a:endParaRPr>
          </a:p>
          <a:p>
            <a:pPr indent="0" lvl="0" marL="0" rtl="0" algn="l">
              <a:spcBef>
                <a:spcPts val="0"/>
              </a:spcBef>
              <a:spcAft>
                <a:spcPts val="0"/>
              </a:spcAft>
              <a:buNone/>
            </a:pPr>
            <a:r>
              <a:t/>
            </a:r>
            <a:endParaRPr sz="2000">
              <a:latin typeface="Roboto SemiBold"/>
              <a:ea typeface="Roboto SemiBold"/>
              <a:cs typeface="Roboto SemiBold"/>
              <a:sym typeface="Roboto SemiBold"/>
            </a:endParaRPr>
          </a:p>
          <a:p>
            <a:pPr indent="0" lvl="0" marL="0" rtl="0" algn="l">
              <a:lnSpc>
                <a:spcPct val="115000"/>
              </a:lnSpc>
              <a:spcBef>
                <a:spcPts val="0"/>
              </a:spcBef>
              <a:spcAft>
                <a:spcPts val="0"/>
              </a:spcAft>
              <a:buNone/>
            </a:pPr>
            <a:r>
              <a:rPr lang="en" sz="2000">
                <a:latin typeface="Roboto SemiBold"/>
                <a:ea typeface="Roboto SemiBold"/>
                <a:cs typeface="Roboto SemiBold"/>
                <a:sym typeface="Roboto SemiBold"/>
              </a:rPr>
              <a:t>GOOGLE STITCH PROTOTYPE URL</a:t>
            </a:r>
            <a:endParaRPr sz="2000">
              <a:latin typeface="Roboto SemiBold"/>
              <a:ea typeface="Roboto SemiBold"/>
              <a:cs typeface="Roboto SemiBold"/>
              <a:sym typeface="Roboto SemiBold"/>
            </a:endParaRPr>
          </a:p>
          <a:p>
            <a:pPr indent="0" lvl="0" marL="0" rtl="0" algn="l">
              <a:lnSpc>
                <a:spcPct val="115000"/>
              </a:lnSpc>
              <a:spcBef>
                <a:spcPts val="800"/>
              </a:spcBef>
              <a:spcAft>
                <a:spcPts val="0"/>
              </a:spcAft>
              <a:buNone/>
            </a:pPr>
            <a:r>
              <a:rPr lang="en" sz="2000" u="sng">
                <a:solidFill>
                  <a:schemeClr val="hlink"/>
                </a:solidFill>
                <a:latin typeface="Roboto SemiBold"/>
                <a:ea typeface="Roboto SemiBold"/>
                <a:cs typeface="Roboto SemiBold"/>
                <a:sym typeface="Roboto SemiBold"/>
                <a:hlinkClick r:id="rId4"/>
              </a:rPr>
              <a:t>LINK FOR GOOGLE STITCH</a:t>
            </a:r>
            <a:endParaRPr sz="2000">
              <a:latin typeface="Roboto SemiBold"/>
              <a:ea typeface="Roboto SemiBold"/>
              <a:cs typeface="Roboto SemiBold"/>
              <a:sym typeface="Roboto SemiBold"/>
            </a:endParaRPr>
          </a:p>
          <a:p>
            <a:pPr indent="0" lvl="0" marL="0" rtl="0" algn="l">
              <a:lnSpc>
                <a:spcPct val="115000"/>
              </a:lnSpc>
              <a:spcBef>
                <a:spcPts val="800"/>
              </a:spcBef>
              <a:spcAft>
                <a:spcPts val="0"/>
              </a:spcAft>
              <a:buNone/>
            </a:pPr>
            <a:r>
              <a:t/>
            </a:r>
            <a:endParaRPr sz="2000">
              <a:latin typeface="Roboto SemiBold"/>
              <a:ea typeface="Roboto SemiBold"/>
              <a:cs typeface="Roboto SemiBold"/>
              <a:sym typeface="Roboto SemiBold"/>
            </a:endParaRPr>
          </a:p>
          <a:p>
            <a:pPr indent="0" lvl="0" marL="0" rtl="0" algn="l">
              <a:lnSpc>
                <a:spcPct val="115000"/>
              </a:lnSpc>
              <a:spcBef>
                <a:spcPts val="800"/>
              </a:spcBef>
              <a:spcAft>
                <a:spcPts val="0"/>
              </a:spcAft>
              <a:buNone/>
            </a:pPr>
            <a:r>
              <a:rPr lang="en" sz="2000">
                <a:latin typeface="Roboto SemiBold"/>
                <a:ea typeface="Roboto SemiBold"/>
                <a:cs typeface="Roboto SemiBold"/>
                <a:sym typeface="Roboto SemiBold"/>
              </a:rPr>
              <a:t>FIGMA MAKE PROTOTYPE URL</a:t>
            </a:r>
            <a:endParaRPr sz="2000">
              <a:latin typeface="Roboto SemiBold"/>
              <a:ea typeface="Roboto SemiBold"/>
              <a:cs typeface="Roboto SemiBold"/>
              <a:sym typeface="Roboto SemiBold"/>
            </a:endParaRPr>
          </a:p>
          <a:p>
            <a:pPr indent="0" lvl="0" marL="0" rtl="0" algn="l">
              <a:lnSpc>
                <a:spcPct val="115000"/>
              </a:lnSpc>
              <a:spcBef>
                <a:spcPts val="800"/>
              </a:spcBef>
              <a:spcAft>
                <a:spcPts val="0"/>
              </a:spcAft>
              <a:buNone/>
            </a:pPr>
            <a:r>
              <a:rPr lang="en" sz="2000" u="sng">
                <a:solidFill>
                  <a:schemeClr val="hlink"/>
                </a:solidFill>
                <a:latin typeface="Roboto SemiBold"/>
                <a:ea typeface="Roboto SemiBold"/>
                <a:cs typeface="Roboto SemiBold"/>
                <a:sym typeface="Roboto SemiBold"/>
                <a:hlinkClick r:id="rId5"/>
              </a:rPr>
              <a:t>LINK FOR FIGMA MAKE</a:t>
            </a:r>
            <a:endParaRPr sz="2000">
              <a:latin typeface="Roboto SemiBold"/>
              <a:ea typeface="Roboto SemiBold"/>
              <a:cs typeface="Roboto SemiBold"/>
              <a:sym typeface="Roboto SemiBold"/>
            </a:endParaRPr>
          </a:p>
          <a:p>
            <a:pPr indent="0" lvl="0" marL="0" rtl="0" algn="l">
              <a:spcBef>
                <a:spcPts val="800"/>
              </a:spcBef>
              <a:spcAft>
                <a:spcPts val="0"/>
              </a:spcAft>
              <a:buNone/>
            </a:pPr>
            <a:r>
              <a:rPr lang="en" sz="2000">
                <a:latin typeface="Roboto SemiBold"/>
                <a:ea typeface="Roboto SemiBold"/>
                <a:cs typeface="Roboto SemiBold"/>
                <a:sym typeface="Roboto SemiBold"/>
              </a:rPr>
              <a:t> </a:t>
            </a:r>
            <a:endParaRPr sz="2000">
              <a:latin typeface="Roboto SemiBold"/>
              <a:ea typeface="Roboto SemiBold"/>
              <a:cs typeface="Roboto SemiBold"/>
              <a:sym typeface="Roboto SemiBo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Quarterly Review (Futuristic)">
  <a:themeElements>
    <a:clrScheme name="Simple Light">
      <a:dk1>
        <a:srgbClr val="070707"/>
      </a:dk1>
      <a:lt1>
        <a:srgbClr val="FFFFFF"/>
      </a:lt1>
      <a:dk2>
        <a:srgbClr val="004741"/>
      </a:dk2>
      <a:lt2>
        <a:srgbClr val="F4F4F4"/>
      </a:lt2>
      <a:accent1>
        <a:srgbClr val="6DCFBE"/>
      </a:accent1>
      <a:accent2>
        <a:srgbClr val="81F5FF"/>
      </a:accent2>
      <a:accent3>
        <a:srgbClr val="202020"/>
      </a:accent3>
      <a:accent4>
        <a:srgbClr val="008585"/>
      </a:accent4>
      <a:accent5>
        <a:srgbClr val="808080"/>
      </a:accent5>
      <a:accent6>
        <a:srgbClr val="9AE9FF"/>
      </a:accent6>
      <a:hlink>
        <a:srgbClr val="6DCFB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